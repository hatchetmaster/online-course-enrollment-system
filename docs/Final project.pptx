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9" d="100"/>
          <a:sy n="79" d="100"/>
        </p:scale>
        <p:origin x="6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9F878D-3B17-423E-890B-9C1089834CD8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4360711-EE7B-4279-94F5-EBB44A453230}">
      <dgm:prSet/>
      <dgm:spPr/>
      <dgm:t>
        <a:bodyPr/>
        <a:lstStyle/>
        <a:p>
          <a:r>
            <a:rPr lang="en-US"/>
            <a:t>Purpose: Web app for student registration and course enrollment</a:t>
          </a:r>
        </a:p>
      </dgm:t>
    </dgm:pt>
    <dgm:pt modelId="{7F6F08B8-E32A-49FB-86AA-9BC0194CF3F7}" type="parTrans" cxnId="{39F438DA-1797-49D3-97AC-2AE03A0F81FC}">
      <dgm:prSet/>
      <dgm:spPr/>
      <dgm:t>
        <a:bodyPr/>
        <a:lstStyle/>
        <a:p>
          <a:endParaRPr lang="en-US"/>
        </a:p>
      </dgm:t>
    </dgm:pt>
    <dgm:pt modelId="{973F1284-EF12-4873-A782-E5004DE5B04E}" type="sibTrans" cxnId="{39F438DA-1797-49D3-97AC-2AE03A0F81FC}">
      <dgm:prSet/>
      <dgm:spPr/>
      <dgm:t>
        <a:bodyPr/>
        <a:lstStyle/>
        <a:p>
          <a:endParaRPr lang="en-US"/>
        </a:p>
      </dgm:t>
    </dgm:pt>
    <dgm:pt modelId="{782547FC-91AB-4EA8-A69F-E48E7DADA695}">
      <dgm:prSet/>
      <dgm:spPr/>
      <dgm:t>
        <a:bodyPr/>
        <a:lstStyle/>
        <a:p>
          <a:r>
            <a:rPr lang="en-US"/>
            <a:t>Goals:</a:t>
          </a:r>
        </a:p>
      </dgm:t>
    </dgm:pt>
    <dgm:pt modelId="{C74B386F-A122-4368-9CF3-8478AD0EB879}" type="parTrans" cxnId="{B7387919-CE5B-42E5-939C-E5B97F7EA625}">
      <dgm:prSet/>
      <dgm:spPr/>
      <dgm:t>
        <a:bodyPr/>
        <a:lstStyle/>
        <a:p>
          <a:endParaRPr lang="en-US"/>
        </a:p>
      </dgm:t>
    </dgm:pt>
    <dgm:pt modelId="{1E5B91EE-723F-4064-A43B-57A8D5B6AE5F}" type="sibTrans" cxnId="{B7387919-CE5B-42E5-939C-E5B97F7EA625}">
      <dgm:prSet/>
      <dgm:spPr/>
      <dgm:t>
        <a:bodyPr/>
        <a:lstStyle/>
        <a:p>
          <a:endParaRPr lang="en-US"/>
        </a:p>
      </dgm:t>
    </dgm:pt>
    <dgm:pt modelId="{1F016A40-BF6B-4644-973C-F349CEE9CAE9}">
      <dgm:prSet/>
      <dgm:spPr/>
      <dgm:t>
        <a:bodyPr/>
        <a:lstStyle/>
        <a:p>
          <a:r>
            <a:rPr lang="en-US"/>
            <a:t>Secure login and profile management</a:t>
          </a:r>
        </a:p>
      </dgm:t>
    </dgm:pt>
    <dgm:pt modelId="{BEFCD87A-622C-4F02-A28E-21AB16DF4453}" type="parTrans" cxnId="{69BA4E34-B7AA-4A0B-92BA-B1C820EADCA3}">
      <dgm:prSet/>
      <dgm:spPr/>
      <dgm:t>
        <a:bodyPr/>
        <a:lstStyle/>
        <a:p>
          <a:endParaRPr lang="en-US"/>
        </a:p>
      </dgm:t>
    </dgm:pt>
    <dgm:pt modelId="{B1A5B16C-AC80-4BFE-AD28-E80DED69AFDC}" type="sibTrans" cxnId="{69BA4E34-B7AA-4A0B-92BA-B1C820EADCA3}">
      <dgm:prSet/>
      <dgm:spPr/>
      <dgm:t>
        <a:bodyPr/>
        <a:lstStyle/>
        <a:p>
          <a:endParaRPr lang="en-US"/>
        </a:p>
      </dgm:t>
    </dgm:pt>
    <dgm:pt modelId="{440BB7A4-5879-49D6-A262-D6DF1A18F517}">
      <dgm:prSet/>
      <dgm:spPr/>
      <dgm:t>
        <a:bodyPr/>
        <a:lstStyle/>
        <a:p>
          <a:r>
            <a:rPr lang="en-US"/>
            <a:t>Reliable enrollment with waitlist support</a:t>
          </a:r>
        </a:p>
      </dgm:t>
    </dgm:pt>
    <dgm:pt modelId="{6487CB9B-FF3C-4C6C-8F9D-8D29F9B02A16}" type="parTrans" cxnId="{495FE140-EA38-41B6-B087-C505A2337EA2}">
      <dgm:prSet/>
      <dgm:spPr/>
      <dgm:t>
        <a:bodyPr/>
        <a:lstStyle/>
        <a:p>
          <a:endParaRPr lang="en-US"/>
        </a:p>
      </dgm:t>
    </dgm:pt>
    <dgm:pt modelId="{830F025E-DFB9-4E35-B403-3755EB425B34}" type="sibTrans" cxnId="{495FE140-EA38-41B6-B087-C505A2337EA2}">
      <dgm:prSet/>
      <dgm:spPr/>
      <dgm:t>
        <a:bodyPr/>
        <a:lstStyle/>
        <a:p>
          <a:endParaRPr lang="en-US"/>
        </a:p>
      </dgm:t>
    </dgm:pt>
    <dgm:pt modelId="{F000FAC4-F538-428C-BB73-E0E1B8F12F63}">
      <dgm:prSet/>
      <dgm:spPr/>
      <dgm:t>
        <a:bodyPr/>
        <a:lstStyle/>
        <a:p>
          <a:r>
            <a:rPr lang="en-US"/>
            <a:t>Comprehensive audit logging</a:t>
          </a:r>
        </a:p>
      </dgm:t>
    </dgm:pt>
    <dgm:pt modelId="{5F39ECBC-1D4A-4CCF-8FAC-7611456A5BD8}" type="parTrans" cxnId="{8C9A66C5-38C7-4D8A-B5F2-D58D4EBB7EFE}">
      <dgm:prSet/>
      <dgm:spPr/>
      <dgm:t>
        <a:bodyPr/>
        <a:lstStyle/>
        <a:p>
          <a:endParaRPr lang="en-US"/>
        </a:p>
      </dgm:t>
    </dgm:pt>
    <dgm:pt modelId="{81993F9D-DB3B-4F3E-910F-918A720F2606}" type="sibTrans" cxnId="{8C9A66C5-38C7-4D8A-B5F2-D58D4EBB7EFE}">
      <dgm:prSet/>
      <dgm:spPr/>
      <dgm:t>
        <a:bodyPr/>
        <a:lstStyle/>
        <a:p>
          <a:endParaRPr lang="en-US"/>
        </a:p>
      </dgm:t>
    </dgm:pt>
    <dgm:pt modelId="{B900A113-DB6C-4F38-A6CD-0380BD57528F}">
      <dgm:prSet/>
      <dgm:spPr/>
      <dgm:t>
        <a:bodyPr/>
        <a:lstStyle/>
        <a:p>
          <a:r>
            <a:rPr lang="en-US"/>
            <a:t>Technology Stack:</a:t>
          </a:r>
        </a:p>
      </dgm:t>
    </dgm:pt>
    <dgm:pt modelId="{998B04ED-6888-4DCD-A569-7D917F76E557}" type="parTrans" cxnId="{17994227-EF2E-46FE-940B-422E7A3CEE77}">
      <dgm:prSet/>
      <dgm:spPr/>
      <dgm:t>
        <a:bodyPr/>
        <a:lstStyle/>
        <a:p>
          <a:endParaRPr lang="en-US"/>
        </a:p>
      </dgm:t>
    </dgm:pt>
    <dgm:pt modelId="{45D07F29-2B42-4EF5-9772-256202CB6874}" type="sibTrans" cxnId="{17994227-EF2E-46FE-940B-422E7A3CEE77}">
      <dgm:prSet/>
      <dgm:spPr/>
      <dgm:t>
        <a:bodyPr/>
        <a:lstStyle/>
        <a:p>
          <a:endParaRPr lang="en-US"/>
        </a:p>
      </dgm:t>
    </dgm:pt>
    <dgm:pt modelId="{4D97D30C-A8B4-49C6-9756-0342BC8FB31E}">
      <dgm:prSet/>
      <dgm:spPr/>
      <dgm:t>
        <a:bodyPr/>
        <a:lstStyle/>
        <a:p>
          <a:r>
            <a:rPr lang="en-US" dirty="0"/>
            <a:t>Backend: PHP</a:t>
          </a:r>
        </a:p>
      </dgm:t>
    </dgm:pt>
    <dgm:pt modelId="{5C219134-75C6-46E6-8A15-6F6C8B028D2A}" type="parTrans" cxnId="{0440A695-AB3A-44F0-8D92-7EE1FA613C51}">
      <dgm:prSet/>
      <dgm:spPr/>
      <dgm:t>
        <a:bodyPr/>
        <a:lstStyle/>
        <a:p>
          <a:endParaRPr lang="en-US"/>
        </a:p>
      </dgm:t>
    </dgm:pt>
    <dgm:pt modelId="{F0C74480-5B6F-465F-8BBC-6C9AA7820142}" type="sibTrans" cxnId="{0440A695-AB3A-44F0-8D92-7EE1FA613C51}">
      <dgm:prSet/>
      <dgm:spPr/>
      <dgm:t>
        <a:bodyPr/>
        <a:lstStyle/>
        <a:p>
          <a:endParaRPr lang="en-US"/>
        </a:p>
      </dgm:t>
    </dgm:pt>
    <dgm:pt modelId="{714B82EF-F2CC-4E1F-8DAE-3C4AEE535DC7}">
      <dgm:prSet/>
      <dgm:spPr/>
      <dgm:t>
        <a:bodyPr/>
        <a:lstStyle/>
        <a:p>
          <a:r>
            <a:rPr lang="en-US" dirty="0"/>
            <a:t>Database: MySQL</a:t>
          </a:r>
        </a:p>
      </dgm:t>
    </dgm:pt>
    <dgm:pt modelId="{B3507ABB-0363-4DB3-853D-12844D7425B9}" type="parTrans" cxnId="{6758FAFD-1106-40E1-B106-0EDD3115BCBE}">
      <dgm:prSet/>
      <dgm:spPr/>
      <dgm:t>
        <a:bodyPr/>
        <a:lstStyle/>
        <a:p>
          <a:endParaRPr lang="en-US"/>
        </a:p>
      </dgm:t>
    </dgm:pt>
    <dgm:pt modelId="{29F99376-7013-42DF-ACED-BE7A1EA93167}" type="sibTrans" cxnId="{6758FAFD-1106-40E1-B106-0EDD3115BCBE}">
      <dgm:prSet/>
      <dgm:spPr/>
      <dgm:t>
        <a:bodyPr/>
        <a:lstStyle/>
        <a:p>
          <a:endParaRPr lang="en-US"/>
        </a:p>
      </dgm:t>
    </dgm:pt>
    <dgm:pt modelId="{FA836FDD-D688-4C1B-8F53-583B5A223755}">
      <dgm:prSet/>
      <dgm:spPr/>
      <dgm:t>
        <a:bodyPr/>
        <a:lstStyle/>
        <a:p>
          <a:r>
            <a:rPr lang="en-US" dirty="0"/>
            <a:t>Frontend: JavaScript for profile and enrollment UI</a:t>
          </a:r>
        </a:p>
      </dgm:t>
    </dgm:pt>
    <dgm:pt modelId="{ED05DC80-A086-4E64-A287-F74061B1592D}" type="parTrans" cxnId="{2765EA00-3A50-447E-928D-617D25255668}">
      <dgm:prSet/>
      <dgm:spPr/>
      <dgm:t>
        <a:bodyPr/>
        <a:lstStyle/>
        <a:p>
          <a:endParaRPr lang="en-US"/>
        </a:p>
      </dgm:t>
    </dgm:pt>
    <dgm:pt modelId="{66EBBBBB-1D2F-477C-933C-7E282456C948}" type="sibTrans" cxnId="{2765EA00-3A50-447E-928D-617D25255668}">
      <dgm:prSet/>
      <dgm:spPr/>
      <dgm:t>
        <a:bodyPr/>
        <a:lstStyle/>
        <a:p>
          <a:endParaRPr lang="en-US"/>
        </a:p>
      </dgm:t>
    </dgm:pt>
    <dgm:pt modelId="{07A32851-34BD-4703-9683-FF37E0E6A303}" type="pres">
      <dgm:prSet presAssocID="{F59F878D-3B17-423E-890B-9C1089834CD8}" presName="Name0" presStyleCnt="0">
        <dgm:presLayoutVars>
          <dgm:dir/>
          <dgm:animLvl val="lvl"/>
          <dgm:resizeHandles val="exact"/>
        </dgm:presLayoutVars>
      </dgm:prSet>
      <dgm:spPr/>
    </dgm:pt>
    <dgm:pt modelId="{3CEF09DB-24CD-4422-A059-EF149D8BCDC3}" type="pres">
      <dgm:prSet presAssocID="{84360711-EE7B-4279-94F5-EBB44A453230}" presName="linNode" presStyleCnt="0"/>
      <dgm:spPr/>
    </dgm:pt>
    <dgm:pt modelId="{6F380897-14C8-4F6E-8CE8-B950DFA11236}" type="pres">
      <dgm:prSet presAssocID="{84360711-EE7B-4279-94F5-EBB44A45323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CA2F277-C54B-451E-BCDE-613B68AD4168}" type="pres">
      <dgm:prSet presAssocID="{973F1284-EF12-4873-A782-E5004DE5B04E}" presName="sp" presStyleCnt="0"/>
      <dgm:spPr/>
    </dgm:pt>
    <dgm:pt modelId="{76191DFE-0A64-4749-86A9-BCD59B89979E}" type="pres">
      <dgm:prSet presAssocID="{782547FC-91AB-4EA8-A69F-E48E7DADA695}" presName="linNode" presStyleCnt="0"/>
      <dgm:spPr/>
    </dgm:pt>
    <dgm:pt modelId="{0FB0D368-49BD-4391-A8D8-155608B1D401}" type="pres">
      <dgm:prSet presAssocID="{782547FC-91AB-4EA8-A69F-E48E7DADA69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5260E5E-CF50-4D0E-928E-44D225DBABE9}" type="pres">
      <dgm:prSet presAssocID="{782547FC-91AB-4EA8-A69F-E48E7DADA695}" presName="descendantText" presStyleLbl="alignAccFollowNode1" presStyleIdx="0" presStyleCnt="2">
        <dgm:presLayoutVars>
          <dgm:bulletEnabled val="1"/>
        </dgm:presLayoutVars>
      </dgm:prSet>
      <dgm:spPr/>
    </dgm:pt>
    <dgm:pt modelId="{A00E50B9-CD31-49DA-AEDC-4613DF78B32D}" type="pres">
      <dgm:prSet presAssocID="{1E5B91EE-723F-4064-A43B-57A8D5B6AE5F}" presName="sp" presStyleCnt="0"/>
      <dgm:spPr/>
    </dgm:pt>
    <dgm:pt modelId="{0CF56F10-7DC0-4911-BFF6-D0FC1D36B5FE}" type="pres">
      <dgm:prSet presAssocID="{B900A113-DB6C-4F38-A6CD-0380BD57528F}" presName="linNode" presStyleCnt="0"/>
      <dgm:spPr/>
    </dgm:pt>
    <dgm:pt modelId="{D6AE8C7C-D054-459D-882D-CD6D9530E0C6}" type="pres">
      <dgm:prSet presAssocID="{B900A113-DB6C-4F38-A6CD-0380BD57528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8EFA15F-D4EB-4D91-A01A-889D89611A68}" type="pres">
      <dgm:prSet presAssocID="{B900A113-DB6C-4F38-A6CD-0380BD57528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2765EA00-3A50-447E-928D-617D25255668}" srcId="{B900A113-DB6C-4F38-A6CD-0380BD57528F}" destId="{FA836FDD-D688-4C1B-8F53-583B5A223755}" srcOrd="2" destOrd="0" parTransId="{ED05DC80-A086-4E64-A287-F74061B1592D}" sibTransId="{66EBBBBB-1D2F-477C-933C-7E282456C948}"/>
    <dgm:cxn modelId="{3EA3B311-2B26-4681-B0C1-B92D8D61F21E}" type="presOf" srcId="{F000FAC4-F538-428C-BB73-E0E1B8F12F63}" destId="{95260E5E-CF50-4D0E-928E-44D225DBABE9}" srcOrd="0" destOrd="2" presId="urn:microsoft.com/office/officeart/2005/8/layout/vList5"/>
    <dgm:cxn modelId="{B7387919-CE5B-42E5-939C-E5B97F7EA625}" srcId="{F59F878D-3B17-423E-890B-9C1089834CD8}" destId="{782547FC-91AB-4EA8-A69F-E48E7DADA695}" srcOrd="1" destOrd="0" parTransId="{C74B386F-A122-4368-9CF3-8478AD0EB879}" sibTransId="{1E5B91EE-723F-4064-A43B-57A8D5B6AE5F}"/>
    <dgm:cxn modelId="{B330E21E-6EBE-4256-8015-98EAE58C2473}" type="presOf" srcId="{B900A113-DB6C-4F38-A6CD-0380BD57528F}" destId="{D6AE8C7C-D054-459D-882D-CD6D9530E0C6}" srcOrd="0" destOrd="0" presId="urn:microsoft.com/office/officeart/2005/8/layout/vList5"/>
    <dgm:cxn modelId="{AE724C1F-C6DF-4862-9E90-D0510A2522AB}" type="presOf" srcId="{84360711-EE7B-4279-94F5-EBB44A453230}" destId="{6F380897-14C8-4F6E-8CE8-B950DFA11236}" srcOrd="0" destOrd="0" presId="urn:microsoft.com/office/officeart/2005/8/layout/vList5"/>
    <dgm:cxn modelId="{842A7524-1C6B-4C37-8211-270554DE0339}" type="presOf" srcId="{440BB7A4-5879-49D6-A262-D6DF1A18F517}" destId="{95260E5E-CF50-4D0E-928E-44D225DBABE9}" srcOrd="0" destOrd="1" presId="urn:microsoft.com/office/officeart/2005/8/layout/vList5"/>
    <dgm:cxn modelId="{17994227-EF2E-46FE-940B-422E7A3CEE77}" srcId="{F59F878D-3B17-423E-890B-9C1089834CD8}" destId="{B900A113-DB6C-4F38-A6CD-0380BD57528F}" srcOrd="2" destOrd="0" parTransId="{998B04ED-6888-4DCD-A569-7D917F76E557}" sibTransId="{45D07F29-2B42-4EF5-9772-256202CB6874}"/>
    <dgm:cxn modelId="{69BA4E34-B7AA-4A0B-92BA-B1C820EADCA3}" srcId="{782547FC-91AB-4EA8-A69F-E48E7DADA695}" destId="{1F016A40-BF6B-4644-973C-F349CEE9CAE9}" srcOrd="0" destOrd="0" parTransId="{BEFCD87A-622C-4F02-A28E-21AB16DF4453}" sibTransId="{B1A5B16C-AC80-4BFE-AD28-E80DED69AFDC}"/>
    <dgm:cxn modelId="{495FE140-EA38-41B6-B087-C505A2337EA2}" srcId="{782547FC-91AB-4EA8-A69F-E48E7DADA695}" destId="{440BB7A4-5879-49D6-A262-D6DF1A18F517}" srcOrd="1" destOrd="0" parTransId="{6487CB9B-FF3C-4C6C-8F9D-8D29F9B02A16}" sibTransId="{830F025E-DFB9-4E35-B403-3755EB425B34}"/>
    <dgm:cxn modelId="{FEDF2346-854B-4EC1-B195-48F553C8AF27}" type="presOf" srcId="{4D97D30C-A8B4-49C6-9756-0342BC8FB31E}" destId="{58EFA15F-D4EB-4D91-A01A-889D89611A68}" srcOrd="0" destOrd="0" presId="urn:microsoft.com/office/officeart/2005/8/layout/vList5"/>
    <dgm:cxn modelId="{E489576B-846F-41D3-859E-7FD86C266B42}" type="presOf" srcId="{782547FC-91AB-4EA8-A69F-E48E7DADA695}" destId="{0FB0D368-49BD-4391-A8D8-155608B1D401}" srcOrd="0" destOrd="0" presId="urn:microsoft.com/office/officeart/2005/8/layout/vList5"/>
    <dgm:cxn modelId="{BE72A754-C7D2-420F-A937-1C745EF81E7C}" type="presOf" srcId="{714B82EF-F2CC-4E1F-8DAE-3C4AEE535DC7}" destId="{58EFA15F-D4EB-4D91-A01A-889D89611A68}" srcOrd="0" destOrd="1" presId="urn:microsoft.com/office/officeart/2005/8/layout/vList5"/>
    <dgm:cxn modelId="{0A70045A-B09A-4344-9051-0C2772D2D3C1}" type="presOf" srcId="{F59F878D-3B17-423E-890B-9C1089834CD8}" destId="{07A32851-34BD-4703-9683-FF37E0E6A303}" srcOrd="0" destOrd="0" presId="urn:microsoft.com/office/officeart/2005/8/layout/vList5"/>
    <dgm:cxn modelId="{E6A48381-6E7E-4130-92FF-314246A75CD5}" type="presOf" srcId="{FA836FDD-D688-4C1B-8F53-583B5A223755}" destId="{58EFA15F-D4EB-4D91-A01A-889D89611A68}" srcOrd="0" destOrd="2" presId="urn:microsoft.com/office/officeart/2005/8/layout/vList5"/>
    <dgm:cxn modelId="{0440A695-AB3A-44F0-8D92-7EE1FA613C51}" srcId="{B900A113-DB6C-4F38-A6CD-0380BD57528F}" destId="{4D97D30C-A8B4-49C6-9756-0342BC8FB31E}" srcOrd="0" destOrd="0" parTransId="{5C219134-75C6-46E6-8A15-6F6C8B028D2A}" sibTransId="{F0C74480-5B6F-465F-8BBC-6C9AA7820142}"/>
    <dgm:cxn modelId="{D4A533C0-1CC8-46A5-8064-9F337718AF4F}" type="presOf" srcId="{1F016A40-BF6B-4644-973C-F349CEE9CAE9}" destId="{95260E5E-CF50-4D0E-928E-44D225DBABE9}" srcOrd="0" destOrd="0" presId="urn:microsoft.com/office/officeart/2005/8/layout/vList5"/>
    <dgm:cxn modelId="{8C9A66C5-38C7-4D8A-B5F2-D58D4EBB7EFE}" srcId="{782547FC-91AB-4EA8-A69F-E48E7DADA695}" destId="{F000FAC4-F538-428C-BB73-E0E1B8F12F63}" srcOrd="2" destOrd="0" parTransId="{5F39ECBC-1D4A-4CCF-8FAC-7611456A5BD8}" sibTransId="{81993F9D-DB3B-4F3E-910F-918A720F2606}"/>
    <dgm:cxn modelId="{39F438DA-1797-49D3-97AC-2AE03A0F81FC}" srcId="{F59F878D-3B17-423E-890B-9C1089834CD8}" destId="{84360711-EE7B-4279-94F5-EBB44A453230}" srcOrd="0" destOrd="0" parTransId="{7F6F08B8-E32A-49FB-86AA-9BC0194CF3F7}" sibTransId="{973F1284-EF12-4873-A782-E5004DE5B04E}"/>
    <dgm:cxn modelId="{6758FAFD-1106-40E1-B106-0EDD3115BCBE}" srcId="{B900A113-DB6C-4F38-A6CD-0380BD57528F}" destId="{714B82EF-F2CC-4E1F-8DAE-3C4AEE535DC7}" srcOrd="1" destOrd="0" parTransId="{B3507ABB-0363-4DB3-853D-12844D7425B9}" sibTransId="{29F99376-7013-42DF-ACED-BE7A1EA93167}"/>
    <dgm:cxn modelId="{B4B48F55-E920-475E-B534-B0E3C2881FD6}" type="presParOf" srcId="{07A32851-34BD-4703-9683-FF37E0E6A303}" destId="{3CEF09DB-24CD-4422-A059-EF149D8BCDC3}" srcOrd="0" destOrd="0" presId="urn:microsoft.com/office/officeart/2005/8/layout/vList5"/>
    <dgm:cxn modelId="{8BD5EC56-F412-4932-9716-D91A406CE7A7}" type="presParOf" srcId="{3CEF09DB-24CD-4422-A059-EF149D8BCDC3}" destId="{6F380897-14C8-4F6E-8CE8-B950DFA11236}" srcOrd="0" destOrd="0" presId="urn:microsoft.com/office/officeart/2005/8/layout/vList5"/>
    <dgm:cxn modelId="{D21E21BB-9E2E-499B-9994-0D7D3061F17C}" type="presParOf" srcId="{07A32851-34BD-4703-9683-FF37E0E6A303}" destId="{5CA2F277-C54B-451E-BCDE-613B68AD4168}" srcOrd="1" destOrd="0" presId="urn:microsoft.com/office/officeart/2005/8/layout/vList5"/>
    <dgm:cxn modelId="{158CAA1A-796D-442A-898E-691E1D1EBD82}" type="presParOf" srcId="{07A32851-34BD-4703-9683-FF37E0E6A303}" destId="{76191DFE-0A64-4749-86A9-BCD59B89979E}" srcOrd="2" destOrd="0" presId="urn:microsoft.com/office/officeart/2005/8/layout/vList5"/>
    <dgm:cxn modelId="{FFF40D7E-194E-4A98-848A-2409D5447A18}" type="presParOf" srcId="{76191DFE-0A64-4749-86A9-BCD59B89979E}" destId="{0FB0D368-49BD-4391-A8D8-155608B1D401}" srcOrd="0" destOrd="0" presId="urn:microsoft.com/office/officeart/2005/8/layout/vList5"/>
    <dgm:cxn modelId="{D78D190F-46EA-4169-B878-CFE8EA6537A6}" type="presParOf" srcId="{76191DFE-0A64-4749-86A9-BCD59B89979E}" destId="{95260E5E-CF50-4D0E-928E-44D225DBABE9}" srcOrd="1" destOrd="0" presId="urn:microsoft.com/office/officeart/2005/8/layout/vList5"/>
    <dgm:cxn modelId="{73EB0C23-5BA2-4E05-9A9E-EB79CE168584}" type="presParOf" srcId="{07A32851-34BD-4703-9683-FF37E0E6A303}" destId="{A00E50B9-CD31-49DA-AEDC-4613DF78B32D}" srcOrd="3" destOrd="0" presId="urn:microsoft.com/office/officeart/2005/8/layout/vList5"/>
    <dgm:cxn modelId="{999401B7-8534-460C-8C41-98FF5D16D7DB}" type="presParOf" srcId="{07A32851-34BD-4703-9683-FF37E0E6A303}" destId="{0CF56F10-7DC0-4911-BFF6-D0FC1D36B5FE}" srcOrd="4" destOrd="0" presId="urn:microsoft.com/office/officeart/2005/8/layout/vList5"/>
    <dgm:cxn modelId="{3EC3A468-F9CA-4E9E-8FC5-5067CDAC75A7}" type="presParOf" srcId="{0CF56F10-7DC0-4911-BFF6-D0FC1D36B5FE}" destId="{D6AE8C7C-D054-459D-882D-CD6D9530E0C6}" srcOrd="0" destOrd="0" presId="urn:microsoft.com/office/officeart/2005/8/layout/vList5"/>
    <dgm:cxn modelId="{E977A211-3410-4F83-937A-9049FEB224C9}" type="presParOf" srcId="{0CF56F10-7DC0-4911-BFF6-D0FC1D36B5FE}" destId="{58EFA15F-D4EB-4D91-A01A-889D89611A6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040076-5BEB-4600-B1FF-335E57E186C3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588C98-C5B2-48D2-B837-934462AC2E7C}">
      <dgm:prSet/>
      <dgm:spPr/>
      <dgm:t>
        <a:bodyPr/>
        <a:lstStyle/>
        <a:p>
          <a:r>
            <a:rPr lang="en-US"/>
            <a:t>Functional Requirements:</a:t>
          </a:r>
        </a:p>
      </dgm:t>
    </dgm:pt>
    <dgm:pt modelId="{C8466EF4-DDBD-4026-867B-494F4F4050B3}" type="parTrans" cxnId="{07D43F09-33F9-4CBC-BCAF-AFB8265D342F}">
      <dgm:prSet/>
      <dgm:spPr/>
      <dgm:t>
        <a:bodyPr/>
        <a:lstStyle/>
        <a:p>
          <a:endParaRPr lang="en-US"/>
        </a:p>
      </dgm:t>
    </dgm:pt>
    <dgm:pt modelId="{A26B6B18-0814-442E-9991-10BFB74739BB}" type="sibTrans" cxnId="{07D43F09-33F9-4CBC-BCAF-AFB8265D342F}">
      <dgm:prSet/>
      <dgm:spPr/>
      <dgm:t>
        <a:bodyPr/>
        <a:lstStyle/>
        <a:p>
          <a:endParaRPr lang="en-US"/>
        </a:p>
      </dgm:t>
    </dgm:pt>
    <dgm:pt modelId="{39DE1C74-3413-431C-85CE-8F010751FC99}">
      <dgm:prSet/>
      <dgm:spPr/>
      <dgm:t>
        <a:bodyPr/>
        <a:lstStyle/>
        <a:p>
          <a:r>
            <a:rPr lang="en-US"/>
            <a:t>Register </a:t>
          </a:r>
        </a:p>
      </dgm:t>
    </dgm:pt>
    <dgm:pt modelId="{D1BC05DC-9BBA-47B1-BA18-BB94C7921FE1}" type="parTrans" cxnId="{6EE1F786-BAF4-4B04-9664-DAA4375D47F6}">
      <dgm:prSet/>
      <dgm:spPr/>
      <dgm:t>
        <a:bodyPr/>
        <a:lstStyle/>
        <a:p>
          <a:endParaRPr lang="en-US"/>
        </a:p>
      </dgm:t>
    </dgm:pt>
    <dgm:pt modelId="{C1073639-8769-4D82-A6D6-EFD7A9CAC6CA}" type="sibTrans" cxnId="{6EE1F786-BAF4-4B04-9664-DAA4375D47F6}">
      <dgm:prSet/>
      <dgm:spPr/>
      <dgm:t>
        <a:bodyPr/>
        <a:lstStyle/>
        <a:p>
          <a:endParaRPr lang="en-US"/>
        </a:p>
      </dgm:t>
    </dgm:pt>
    <dgm:pt modelId="{9A1BE993-A06D-4710-B86C-251AEB571F41}">
      <dgm:prSet/>
      <dgm:spPr/>
      <dgm:t>
        <a:bodyPr/>
        <a:lstStyle/>
        <a:p>
          <a:r>
            <a:rPr lang="en-US"/>
            <a:t>Login </a:t>
          </a:r>
        </a:p>
      </dgm:t>
    </dgm:pt>
    <dgm:pt modelId="{FE97F163-754F-4B48-B842-95D1EF1C726E}" type="parTrans" cxnId="{E901D3B3-44AB-40BF-A9BB-485E81C9733C}">
      <dgm:prSet/>
      <dgm:spPr/>
      <dgm:t>
        <a:bodyPr/>
        <a:lstStyle/>
        <a:p>
          <a:endParaRPr lang="en-US"/>
        </a:p>
      </dgm:t>
    </dgm:pt>
    <dgm:pt modelId="{691876D6-980D-44E6-A212-1613BBE25254}" type="sibTrans" cxnId="{E901D3B3-44AB-40BF-A9BB-485E81C9733C}">
      <dgm:prSet/>
      <dgm:spPr/>
      <dgm:t>
        <a:bodyPr/>
        <a:lstStyle/>
        <a:p>
          <a:endParaRPr lang="en-US"/>
        </a:p>
      </dgm:t>
    </dgm:pt>
    <dgm:pt modelId="{B0F41EDA-121B-456B-BBDF-C08053917DEF}">
      <dgm:prSet/>
      <dgm:spPr/>
      <dgm:t>
        <a:bodyPr/>
        <a:lstStyle/>
        <a:p>
          <a:r>
            <a:rPr lang="en-US"/>
            <a:t>View profile/catalog</a:t>
          </a:r>
        </a:p>
      </dgm:t>
    </dgm:pt>
    <dgm:pt modelId="{790BDB6C-BE33-4BA8-800B-DC418E6821AD}" type="parTrans" cxnId="{7A55C79C-A577-418B-9001-85A77FB1FD44}">
      <dgm:prSet/>
      <dgm:spPr/>
      <dgm:t>
        <a:bodyPr/>
        <a:lstStyle/>
        <a:p>
          <a:endParaRPr lang="en-US"/>
        </a:p>
      </dgm:t>
    </dgm:pt>
    <dgm:pt modelId="{01AF7EB3-9520-451F-9596-4925F198DE80}" type="sibTrans" cxnId="{7A55C79C-A577-418B-9001-85A77FB1FD44}">
      <dgm:prSet/>
      <dgm:spPr/>
      <dgm:t>
        <a:bodyPr/>
        <a:lstStyle/>
        <a:p>
          <a:endParaRPr lang="en-US"/>
        </a:p>
      </dgm:t>
    </dgm:pt>
    <dgm:pt modelId="{E3BC8BC8-F25B-4BAE-A3E1-7043A4F8F41A}">
      <dgm:prSet/>
      <dgm:spPr/>
      <dgm:t>
        <a:bodyPr/>
        <a:lstStyle/>
        <a:p>
          <a:r>
            <a:rPr lang="en-US"/>
            <a:t>Enroll </a:t>
          </a:r>
        </a:p>
      </dgm:t>
    </dgm:pt>
    <dgm:pt modelId="{405A0D9F-3101-4BA5-97E6-86E01056FEA5}" type="parTrans" cxnId="{A2E7D8ED-A050-4A90-ADA6-1F901A9A3A44}">
      <dgm:prSet/>
      <dgm:spPr/>
      <dgm:t>
        <a:bodyPr/>
        <a:lstStyle/>
        <a:p>
          <a:endParaRPr lang="en-US"/>
        </a:p>
      </dgm:t>
    </dgm:pt>
    <dgm:pt modelId="{90B67006-EBEB-42BD-9D6C-354A79B9EF27}" type="sibTrans" cxnId="{A2E7D8ED-A050-4A90-ADA6-1F901A9A3A44}">
      <dgm:prSet/>
      <dgm:spPr/>
      <dgm:t>
        <a:bodyPr/>
        <a:lstStyle/>
        <a:p>
          <a:endParaRPr lang="en-US"/>
        </a:p>
      </dgm:t>
    </dgm:pt>
    <dgm:pt modelId="{0AF74E39-A1B7-407B-BE25-9BAC4564062F}">
      <dgm:prSet/>
      <dgm:spPr/>
      <dgm:t>
        <a:bodyPr/>
        <a:lstStyle/>
        <a:p>
          <a:r>
            <a:rPr lang="en-US"/>
            <a:t>Cancel</a:t>
          </a:r>
        </a:p>
      </dgm:t>
    </dgm:pt>
    <dgm:pt modelId="{729790A0-B6AF-4E0F-A6A8-795FACF4AE5E}" type="parTrans" cxnId="{CD6E9D19-009A-4F2B-B8FC-1203FFE37A28}">
      <dgm:prSet/>
      <dgm:spPr/>
      <dgm:t>
        <a:bodyPr/>
        <a:lstStyle/>
        <a:p>
          <a:endParaRPr lang="en-US"/>
        </a:p>
      </dgm:t>
    </dgm:pt>
    <dgm:pt modelId="{9CD35FCD-5535-41D6-B118-879F05560F31}" type="sibTrans" cxnId="{CD6E9D19-009A-4F2B-B8FC-1203FFE37A28}">
      <dgm:prSet/>
      <dgm:spPr/>
      <dgm:t>
        <a:bodyPr/>
        <a:lstStyle/>
        <a:p>
          <a:endParaRPr lang="en-US"/>
        </a:p>
      </dgm:t>
    </dgm:pt>
    <dgm:pt modelId="{E60D6645-DE27-42BF-80B8-F3896365C89B}">
      <dgm:prSet/>
      <dgm:spPr/>
      <dgm:t>
        <a:bodyPr/>
        <a:lstStyle/>
        <a:p>
          <a:r>
            <a:rPr lang="en-US"/>
            <a:t>Waitlist promotion</a:t>
          </a:r>
        </a:p>
      </dgm:t>
    </dgm:pt>
    <dgm:pt modelId="{16915E13-829C-4F81-9EF1-1EF0D303669A}" type="parTrans" cxnId="{2B6EF3D1-34D0-4A2F-9CD4-3659F68E204C}">
      <dgm:prSet/>
      <dgm:spPr/>
      <dgm:t>
        <a:bodyPr/>
        <a:lstStyle/>
        <a:p>
          <a:endParaRPr lang="en-US"/>
        </a:p>
      </dgm:t>
    </dgm:pt>
    <dgm:pt modelId="{678E256A-3384-49E3-ACEB-D7800DB346F2}" type="sibTrans" cxnId="{2B6EF3D1-34D0-4A2F-9CD4-3659F68E204C}">
      <dgm:prSet/>
      <dgm:spPr/>
      <dgm:t>
        <a:bodyPr/>
        <a:lstStyle/>
        <a:p>
          <a:endParaRPr lang="en-US"/>
        </a:p>
      </dgm:t>
    </dgm:pt>
    <dgm:pt modelId="{3107FA34-98D1-40FB-A5DA-CC02BC1CE760}">
      <dgm:prSet/>
      <dgm:spPr/>
      <dgm:t>
        <a:bodyPr/>
        <a:lstStyle/>
        <a:p>
          <a:r>
            <a:rPr lang="en-US"/>
            <a:t>Nonfunctional Requirements:</a:t>
          </a:r>
        </a:p>
      </dgm:t>
    </dgm:pt>
    <dgm:pt modelId="{C25D3CFB-771E-4FBC-BBC2-51FFDA6A9577}" type="parTrans" cxnId="{E963187A-EF1C-454C-AD88-00A563BE69C2}">
      <dgm:prSet/>
      <dgm:spPr/>
      <dgm:t>
        <a:bodyPr/>
        <a:lstStyle/>
        <a:p>
          <a:endParaRPr lang="en-US"/>
        </a:p>
      </dgm:t>
    </dgm:pt>
    <dgm:pt modelId="{020ACD84-60AB-4D79-8A5E-7169CEF29EB7}" type="sibTrans" cxnId="{E963187A-EF1C-454C-AD88-00A563BE69C2}">
      <dgm:prSet/>
      <dgm:spPr/>
      <dgm:t>
        <a:bodyPr/>
        <a:lstStyle/>
        <a:p>
          <a:endParaRPr lang="en-US"/>
        </a:p>
      </dgm:t>
    </dgm:pt>
    <dgm:pt modelId="{CE85C6CD-E53C-4914-8FBB-AE269003F377}">
      <dgm:prSet/>
      <dgm:spPr/>
      <dgm:t>
        <a:bodyPr/>
        <a:lstStyle/>
        <a:p>
          <a:r>
            <a:rPr lang="en-US"/>
            <a:t>Security</a:t>
          </a:r>
        </a:p>
      </dgm:t>
    </dgm:pt>
    <dgm:pt modelId="{8CF2D819-9465-4F4C-9679-E0C62DDD2858}" type="parTrans" cxnId="{1C884F43-4B78-4CDF-8E1E-734732FC71EA}">
      <dgm:prSet/>
      <dgm:spPr/>
      <dgm:t>
        <a:bodyPr/>
        <a:lstStyle/>
        <a:p>
          <a:endParaRPr lang="en-US"/>
        </a:p>
      </dgm:t>
    </dgm:pt>
    <dgm:pt modelId="{7E61A052-C517-4D97-A8FA-C44482DE1341}" type="sibTrans" cxnId="{1C884F43-4B78-4CDF-8E1E-734732FC71EA}">
      <dgm:prSet/>
      <dgm:spPr/>
      <dgm:t>
        <a:bodyPr/>
        <a:lstStyle/>
        <a:p>
          <a:endParaRPr lang="en-US"/>
        </a:p>
      </dgm:t>
    </dgm:pt>
    <dgm:pt modelId="{F8552541-9D85-45F4-94E6-2A61F286DFEC}">
      <dgm:prSet/>
      <dgm:spPr/>
      <dgm:t>
        <a:bodyPr/>
        <a:lstStyle/>
        <a:p>
          <a:r>
            <a:rPr lang="en-US"/>
            <a:t>Data integrity </a:t>
          </a:r>
        </a:p>
      </dgm:t>
    </dgm:pt>
    <dgm:pt modelId="{ACD7A6D0-D7E3-4A30-B941-B8F378A03134}" type="parTrans" cxnId="{2024E191-A2FF-4E36-BCF0-998985B2AF5C}">
      <dgm:prSet/>
      <dgm:spPr/>
      <dgm:t>
        <a:bodyPr/>
        <a:lstStyle/>
        <a:p>
          <a:endParaRPr lang="en-US"/>
        </a:p>
      </dgm:t>
    </dgm:pt>
    <dgm:pt modelId="{0D23CFF8-6EA4-45AA-BBA6-4E6F66B18704}" type="sibTrans" cxnId="{2024E191-A2FF-4E36-BCF0-998985B2AF5C}">
      <dgm:prSet/>
      <dgm:spPr/>
      <dgm:t>
        <a:bodyPr/>
        <a:lstStyle/>
        <a:p>
          <a:endParaRPr lang="en-US"/>
        </a:p>
      </dgm:t>
    </dgm:pt>
    <dgm:pt modelId="{46A422F0-A144-446D-A69E-F129F3655E98}">
      <dgm:prSet/>
      <dgm:spPr/>
      <dgm:t>
        <a:bodyPr/>
        <a:lstStyle/>
        <a:p>
          <a:r>
            <a:rPr lang="en-US"/>
            <a:t>Logging</a:t>
          </a:r>
        </a:p>
      </dgm:t>
    </dgm:pt>
    <dgm:pt modelId="{9EA36242-D58B-43FC-8231-A34251720BAA}" type="parTrans" cxnId="{F96DEA96-CD81-41A2-B8FB-183C033E3A76}">
      <dgm:prSet/>
      <dgm:spPr/>
      <dgm:t>
        <a:bodyPr/>
        <a:lstStyle/>
        <a:p>
          <a:endParaRPr lang="en-US"/>
        </a:p>
      </dgm:t>
    </dgm:pt>
    <dgm:pt modelId="{C462A3E3-2EC2-4C6E-A64A-976E68B9588C}" type="sibTrans" cxnId="{F96DEA96-CD81-41A2-B8FB-183C033E3A76}">
      <dgm:prSet/>
      <dgm:spPr/>
      <dgm:t>
        <a:bodyPr/>
        <a:lstStyle/>
        <a:p>
          <a:endParaRPr lang="en-US"/>
        </a:p>
      </dgm:t>
    </dgm:pt>
    <dgm:pt modelId="{E16AEC1C-FB37-4D0A-827F-8B07D7682D3C}">
      <dgm:prSet/>
      <dgm:spPr/>
      <dgm:t>
        <a:bodyPr/>
        <a:lstStyle/>
        <a:p>
          <a:r>
            <a:rPr lang="en-US"/>
            <a:t>Performance targets</a:t>
          </a:r>
        </a:p>
      </dgm:t>
    </dgm:pt>
    <dgm:pt modelId="{B2FF9BD4-0E98-4065-84B0-A2174BCAED4B}" type="parTrans" cxnId="{B063A2EB-68C6-418B-83E7-B22DEE41EE16}">
      <dgm:prSet/>
      <dgm:spPr/>
      <dgm:t>
        <a:bodyPr/>
        <a:lstStyle/>
        <a:p>
          <a:endParaRPr lang="en-US"/>
        </a:p>
      </dgm:t>
    </dgm:pt>
    <dgm:pt modelId="{EB476C2F-6FD3-4434-8529-75DF58E005B9}" type="sibTrans" cxnId="{B063A2EB-68C6-418B-83E7-B22DEE41EE16}">
      <dgm:prSet/>
      <dgm:spPr/>
      <dgm:t>
        <a:bodyPr/>
        <a:lstStyle/>
        <a:p>
          <a:endParaRPr lang="en-US"/>
        </a:p>
      </dgm:t>
    </dgm:pt>
    <dgm:pt modelId="{C8CBC629-0AE6-4AEE-9F69-80F648E66134}">
      <dgm:prSet/>
      <dgm:spPr/>
      <dgm:t>
        <a:bodyPr/>
        <a:lstStyle/>
        <a:p>
          <a:r>
            <a:rPr lang="en-US"/>
            <a:t>Acceptance Criteria:</a:t>
          </a:r>
        </a:p>
      </dgm:t>
    </dgm:pt>
    <dgm:pt modelId="{602783B3-9331-40ED-8865-AD1CFA7D8B0F}" type="parTrans" cxnId="{BC00B054-434E-4AF4-89BF-E6C34C92B52D}">
      <dgm:prSet/>
      <dgm:spPr/>
      <dgm:t>
        <a:bodyPr/>
        <a:lstStyle/>
        <a:p>
          <a:endParaRPr lang="en-US"/>
        </a:p>
      </dgm:t>
    </dgm:pt>
    <dgm:pt modelId="{77535302-054D-4034-8441-C4D70D325F74}" type="sibTrans" cxnId="{BC00B054-434E-4AF4-89BF-E6C34C92B52D}">
      <dgm:prSet/>
      <dgm:spPr/>
      <dgm:t>
        <a:bodyPr/>
        <a:lstStyle/>
        <a:p>
          <a:endParaRPr lang="en-US"/>
        </a:p>
      </dgm:t>
    </dgm:pt>
    <dgm:pt modelId="{31C13E64-85E4-457C-ADF9-DD8A8CFD5921}">
      <dgm:prSet/>
      <dgm:spPr/>
      <dgm:t>
        <a:bodyPr/>
        <a:lstStyle/>
        <a:p>
          <a:r>
            <a:rPr lang="en-US"/>
            <a:t>Endpoints return JSON</a:t>
          </a:r>
        </a:p>
      </dgm:t>
    </dgm:pt>
    <dgm:pt modelId="{3F658B7B-4AF9-4143-864E-744A29232D0A}" type="parTrans" cxnId="{060CFC91-7091-4944-B7D3-CE0905A49CB1}">
      <dgm:prSet/>
      <dgm:spPr/>
      <dgm:t>
        <a:bodyPr/>
        <a:lstStyle/>
        <a:p>
          <a:endParaRPr lang="en-US"/>
        </a:p>
      </dgm:t>
    </dgm:pt>
    <dgm:pt modelId="{95358F5C-697A-4D52-8281-74D473522DF2}" type="sibTrans" cxnId="{060CFC91-7091-4944-B7D3-CE0905A49CB1}">
      <dgm:prSet/>
      <dgm:spPr/>
      <dgm:t>
        <a:bodyPr/>
        <a:lstStyle/>
        <a:p>
          <a:endParaRPr lang="en-US"/>
        </a:p>
      </dgm:t>
    </dgm:pt>
    <dgm:pt modelId="{5552EAB4-469F-4A14-881E-C2BBD01E3C83}">
      <dgm:prSet/>
      <dgm:spPr/>
      <dgm:t>
        <a:bodyPr/>
        <a:lstStyle/>
        <a:p>
          <a:r>
            <a:rPr lang="en-US"/>
            <a:t>Tests pass</a:t>
          </a:r>
        </a:p>
      </dgm:t>
    </dgm:pt>
    <dgm:pt modelId="{E933AC43-90C1-42C4-9F81-F9853C5DC8EE}" type="parTrans" cxnId="{878F9BA3-7E39-4820-8C14-9E016382C5DF}">
      <dgm:prSet/>
      <dgm:spPr/>
      <dgm:t>
        <a:bodyPr/>
        <a:lstStyle/>
        <a:p>
          <a:endParaRPr lang="en-US"/>
        </a:p>
      </dgm:t>
    </dgm:pt>
    <dgm:pt modelId="{88E297BC-6071-48C6-8906-7DEBE10083B0}" type="sibTrans" cxnId="{878F9BA3-7E39-4820-8C14-9E016382C5DF}">
      <dgm:prSet/>
      <dgm:spPr/>
      <dgm:t>
        <a:bodyPr/>
        <a:lstStyle/>
        <a:p>
          <a:endParaRPr lang="en-US"/>
        </a:p>
      </dgm:t>
    </dgm:pt>
    <dgm:pt modelId="{2C0E08E1-9B06-4933-A196-57AB79B80452}">
      <dgm:prSet/>
      <dgm:spPr/>
      <dgm:t>
        <a:bodyPr/>
        <a:lstStyle/>
        <a:p>
          <a:r>
            <a:rPr lang="en-US"/>
            <a:t>Enrollment and waitlist operations are atomic</a:t>
          </a:r>
        </a:p>
      </dgm:t>
    </dgm:pt>
    <dgm:pt modelId="{16D1EBFD-8ED3-4831-81C1-C7217D3A2518}" type="parTrans" cxnId="{3C804F63-E728-4025-922A-97A64BB2EED0}">
      <dgm:prSet/>
      <dgm:spPr/>
      <dgm:t>
        <a:bodyPr/>
        <a:lstStyle/>
        <a:p>
          <a:endParaRPr lang="en-US"/>
        </a:p>
      </dgm:t>
    </dgm:pt>
    <dgm:pt modelId="{864CE330-FCC2-4A72-9E67-7A002D97FC55}" type="sibTrans" cxnId="{3C804F63-E728-4025-922A-97A64BB2EED0}">
      <dgm:prSet/>
      <dgm:spPr/>
      <dgm:t>
        <a:bodyPr/>
        <a:lstStyle/>
        <a:p>
          <a:endParaRPr lang="en-US"/>
        </a:p>
      </dgm:t>
    </dgm:pt>
    <dgm:pt modelId="{47919FB0-A2C9-46BC-A787-25E9862AC618}" type="pres">
      <dgm:prSet presAssocID="{F9040076-5BEB-4600-B1FF-335E57E186C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B007BC2-6EAE-4D14-B85A-B615D71A5909}" type="pres">
      <dgm:prSet presAssocID="{FA588C98-C5B2-48D2-B837-934462AC2E7C}" presName="root" presStyleCnt="0"/>
      <dgm:spPr/>
    </dgm:pt>
    <dgm:pt modelId="{F522F924-3A19-4D87-94C1-F8C7AA274481}" type="pres">
      <dgm:prSet presAssocID="{FA588C98-C5B2-48D2-B837-934462AC2E7C}" presName="rootComposite" presStyleCnt="0"/>
      <dgm:spPr/>
    </dgm:pt>
    <dgm:pt modelId="{1B39E34C-8CB1-4A44-AD34-4F369C34BC00}" type="pres">
      <dgm:prSet presAssocID="{FA588C98-C5B2-48D2-B837-934462AC2E7C}" presName="rootText" presStyleLbl="node1" presStyleIdx="0" presStyleCnt="3"/>
      <dgm:spPr/>
    </dgm:pt>
    <dgm:pt modelId="{B725AAA7-0B12-4D92-ABBD-6DADB4E5D465}" type="pres">
      <dgm:prSet presAssocID="{FA588C98-C5B2-48D2-B837-934462AC2E7C}" presName="rootConnector" presStyleLbl="node1" presStyleIdx="0" presStyleCnt="3"/>
      <dgm:spPr/>
    </dgm:pt>
    <dgm:pt modelId="{A8CF61CD-69A2-48ED-A3B6-0DCD2EB8C204}" type="pres">
      <dgm:prSet presAssocID="{FA588C98-C5B2-48D2-B837-934462AC2E7C}" presName="childShape" presStyleCnt="0"/>
      <dgm:spPr/>
    </dgm:pt>
    <dgm:pt modelId="{E5B11322-1629-4601-9325-0F7A30F0B946}" type="pres">
      <dgm:prSet presAssocID="{D1BC05DC-9BBA-47B1-BA18-BB94C7921FE1}" presName="Name13" presStyleLbl="parChTrans1D2" presStyleIdx="0" presStyleCnt="13"/>
      <dgm:spPr/>
    </dgm:pt>
    <dgm:pt modelId="{2D2599B6-7FDE-42CB-8D05-2A811914215E}" type="pres">
      <dgm:prSet presAssocID="{39DE1C74-3413-431C-85CE-8F010751FC99}" presName="childText" presStyleLbl="bgAcc1" presStyleIdx="0" presStyleCnt="13">
        <dgm:presLayoutVars>
          <dgm:bulletEnabled val="1"/>
        </dgm:presLayoutVars>
      </dgm:prSet>
      <dgm:spPr/>
    </dgm:pt>
    <dgm:pt modelId="{CAB9AFC2-A341-4386-84EE-4CDB28B1A47D}" type="pres">
      <dgm:prSet presAssocID="{FE97F163-754F-4B48-B842-95D1EF1C726E}" presName="Name13" presStyleLbl="parChTrans1D2" presStyleIdx="1" presStyleCnt="13"/>
      <dgm:spPr/>
    </dgm:pt>
    <dgm:pt modelId="{99CB2413-F883-403C-BDAB-D1440C4CA24B}" type="pres">
      <dgm:prSet presAssocID="{9A1BE993-A06D-4710-B86C-251AEB571F41}" presName="childText" presStyleLbl="bgAcc1" presStyleIdx="1" presStyleCnt="13">
        <dgm:presLayoutVars>
          <dgm:bulletEnabled val="1"/>
        </dgm:presLayoutVars>
      </dgm:prSet>
      <dgm:spPr/>
    </dgm:pt>
    <dgm:pt modelId="{71DCFDB6-FB0F-4D32-85D6-6505DC57EB70}" type="pres">
      <dgm:prSet presAssocID="{790BDB6C-BE33-4BA8-800B-DC418E6821AD}" presName="Name13" presStyleLbl="parChTrans1D2" presStyleIdx="2" presStyleCnt="13"/>
      <dgm:spPr/>
    </dgm:pt>
    <dgm:pt modelId="{DC188947-0929-4393-BA00-485671A947F1}" type="pres">
      <dgm:prSet presAssocID="{B0F41EDA-121B-456B-BBDF-C08053917DEF}" presName="childText" presStyleLbl="bgAcc1" presStyleIdx="2" presStyleCnt="13">
        <dgm:presLayoutVars>
          <dgm:bulletEnabled val="1"/>
        </dgm:presLayoutVars>
      </dgm:prSet>
      <dgm:spPr/>
    </dgm:pt>
    <dgm:pt modelId="{DA47C747-F2CC-45CE-B1C6-365A36DAC52D}" type="pres">
      <dgm:prSet presAssocID="{405A0D9F-3101-4BA5-97E6-86E01056FEA5}" presName="Name13" presStyleLbl="parChTrans1D2" presStyleIdx="3" presStyleCnt="13"/>
      <dgm:spPr/>
    </dgm:pt>
    <dgm:pt modelId="{3059E5EB-84A9-42F8-9639-8D7282B0D71B}" type="pres">
      <dgm:prSet presAssocID="{E3BC8BC8-F25B-4BAE-A3E1-7043A4F8F41A}" presName="childText" presStyleLbl="bgAcc1" presStyleIdx="3" presStyleCnt="13">
        <dgm:presLayoutVars>
          <dgm:bulletEnabled val="1"/>
        </dgm:presLayoutVars>
      </dgm:prSet>
      <dgm:spPr/>
    </dgm:pt>
    <dgm:pt modelId="{30191E13-0529-4212-8F33-031676450DCA}" type="pres">
      <dgm:prSet presAssocID="{729790A0-B6AF-4E0F-A6A8-795FACF4AE5E}" presName="Name13" presStyleLbl="parChTrans1D2" presStyleIdx="4" presStyleCnt="13"/>
      <dgm:spPr/>
    </dgm:pt>
    <dgm:pt modelId="{0563B492-B1C9-4DF7-8845-5030D08C0996}" type="pres">
      <dgm:prSet presAssocID="{0AF74E39-A1B7-407B-BE25-9BAC4564062F}" presName="childText" presStyleLbl="bgAcc1" presStyleIdx="4" presStyleCnt="13">
        <dgm:presLayoutVars>
          <dgm:bulletEnabled val="1"/>
        </dgm:presLayoutVars>
      </dgm:prSet>
      <dgm:spPr/>
    </dgm:pt>
    <dgm:pt modelId="{C16B88B8-6B0C-4C65-BAC4-AF379E0AEE80}" type="pres">
      <dgm:prSet presAssocID="{16915E13-829C-4F81-9EF1-1EF0D303669A}" presName="Name13" presStyleLbl="parChTrans1D2" presStyleIdx="5" presStyleCnt="13"/>
      <dgm:spPr/>
    </dgm:pt>
    <dgm:pt modelId="{F3DFF4B2-FA81-450D-9595-D7E15774F61B}" type="pres">
      <dgm:prSet presAssocID="{E60D6645-DE27-42BF-80B8-F3896365C89B}" presName="childText" presStyleLbl="bgAcc1" presStyleIdx="5" presStyleCnt="13">
        <dgm:presLayoutVars>
          <dgm:bulletEnabled val="1"/>
        </dgm:presLayoutVars>
      </dgm:prSet>
      <dgm:spPr/>
    </dgm:pt>
    <dgm:pt modelId="{2BE3EF2A-6546-47D6-84DF-38DE8CF2EFE9}" type="pres">
      <dgm:prSet presAssocID="{3107FA34-98D1-40FB-A5DA-CC02BC1CE760}" presName="root" presStyleCnt="0"/>
      <dgm:spPr/>
    </dgm:pt>
    <dgm:pt modelId="{4C957FE4-FD70-48FE-8BFA-3EAB1CEC1FC9}" type="pres">
      <dgm:prSet presAssocID="{3107FA34-98D1-40FB-A5DA-CC02BC1CE760}" presName="rootComposite" presStyleCnt="0"/>
      <dgm:spPr/>
    </dgm:pt>
    <dgm:pt modelId="{0D55EF81-32B0-4787-B96F-A8EFF14DEFEF}" type="pres">
      <dgm:prSet presAssocID="{3107FA34-98D1-40FB-A5DA-CC02BC1CE760}" presName="rootText" presStyleLbl="node1" presStyleIdx="1" presStyleCnt="3"/>
      <dgm:spPr/>
    </dgm:pt>
    <dgm:pt modelId="{C70BAE32-C55C-463A-96C5-93BF370D0C1C}" type="pres">
      <dgm:prSet presAssocID="{3107FA34-98D1-40FB-A5DA-CC02BC1CE760}" presName="rootConnector" presStyleLbl="node1" presStyleIdx="1" presStyleCnt="3"/>
      <dgm:spPr/>
    </dgm:pt>
    <dgm:pt modelId="{0622B76A-4AEF-4042-831B-90E051A1D05B}" type="pres">
      <dgm:prSet presAssocID="{3107FA34-98D1-40FB-A5DA-CC02BC1CE760}" presName="childShape" presStyleCnt="0"/>
      <dgm:spPr/>
    </dgm:pt>
    <dgm:pt modelId="{6F849AB1-7B01-4BB1-AE4B-13A60F3D76E9}" type="pres">
      <dgm:prSet presAssocID="{8CF2D819-9465-4F4C-9679-E0C62DDD2858}" presName="Name13" presStyleLbl="parChTrans1D2" presStyleIdx="6" presStyleCnt="13"/>
      <dgm:spPr/>
    </dgm:pt>
    <dgm:pt modelId="{9147B780-35E0-42CE-B068-F2546F7BCC94}" type="pres">
      <dgm:prSet presAssocID="{CE85C6CD-E53C-4914-8FBB-AE269003F377}" presName="childText" presStyleLbl="bgAcc1" presStyleIdx="6" presStyleCnt="13">
        <dgm:presLayoutVars>
          <dgm:bulletEnabled val="1"/>
        </dgm:presLayoutVars>
      </dgm:prSet>
      <dgm:spPr/>
    </dgm:pt>
    <dgm:pt modelId="{F6C304A7-FD47-4508-9C1A-997C649A37C4}" type="pres">
      <dgm:prSet presAssocID="{ACD7A6D0-D7E3-4A30-B941-B8F378A03134}" presName="Name13" presStyleLbl="parChTrans1D2" presStyleIdx="7" presStyleCnt="13"/>
      <dgm:spPr/>
    </dgm:pt>
    <dgm:pt modelId="{549EDCEC-4A12-4552-AFEF-CCB5C105C9E3}" type="pres">
      <dgm:prSet presAssocID="{F8552541-9D85-45F4-94E6-2A61F286DFEC}" presName="childText" presStyleLbl="bgAcc1" presStyleIdx="7" presStyleCnt="13">
        <dgm:presLayoutVars>
          <dgm:bulletEnabled val="1"/>
        </dgm:presLayoutVars>
      </dgm:prSet>
      <dgm:spPr/>
    </dgm:pt>
    <dgm:pt modelId="{076F041E-61BE-4880-9A2C-754B1C133D3E}" type="pres">
      <dgm:prSet presAssocID="{9EA36242-D58B-43FC-8231-A34251720BAA}" presName="Name13" presStyleLbl="parChTrans1D2" presStyleIdx="8" presStyleCnt="13"/>
      <dgm:spPr/>
    </dgm:pt>
    <dgm:pt modelId="{078361D4-2CF5-4E58-A445-759EB86CB6A5}" type="pres">
      <dgm:prSet presAssocID="{46A422F0-A144-446D-A69E-F129F3655E98}" presName="childText" presStyleLbl="bgAcc1" presStyleIdx="8" presStyleCnt="13">
        <dgm:presLayoutVars>
          <dgm:bulletEnabled val="1"/>
        </dgm:presLayoutVars>
      </dgm:prSet>
      <dgm:spPr/>
    </dgm:pt>
    <dgm:pt modelId="{3CA75D60-4C6B-4598-A844-5E8F6B6A0FFF}" type="pres">
      <dgm:prSet presAssocID="{B2FF9BD4-0E98-4065-84B0-A2174BCAED4B}" presName="Name13" presStyleLbl="parChTrans1D2" presStyleIdx="9" presStyleCnt="13"/>
      <dgm:spPr/>
    </dgm:pt>
    <dgm:pt modelId="{5A3C5048-6C16-498C-9B2C-BAF8B8658CA2}" type="pres">
      <dgm:prSet presAssocID="{E16AEC1C-FB37-4D0A-827F-8B07D7682D3C}" presName="childText" presStyleLbl="bgAcc1" presStyleIdx="9" presStyleCnt="13">
        <dgm:presLayoutVars>
          <dgm:bulletEnabled val="1"/>
        </dgm:presLayoutVars>
      </dgm:prSet>
      <dgm:spPr/>
    </dgm:pt>
    <dgm:pt modelId="{296FC3D0-FEFA-4FBC-A740-F9BFA8380D0B}" type="pres">
      <dgm:prSet presAssocID="{C8CBC629-0AE6-4AEE-9F69-80F648E66134}" presName="root" presStyleCnt="0"/>
      <dgm:spPr/>
    </dgm:pt>
    <dgm:pt modelId="{832B5EB2-5841-435B-ACC6-43F9BA22C174}" type="pres">
      <dgm:prSet presAssocID="{C8CBC629-0AE6-4AEE-9F69-80F648E66134}" presName="rootComposite" presStyleCnt="0"/>
      <dgm:spPr/>
    </dgm:pt>
    <dgm:pt modelId="{C2228630-2E29-4C9B-A3DA-3B7DD60C4F73}" type="pres">
      <dgm:prSet presAssocID="{C8CBC629-0AE6-4AEE-9F69-80F648E66134}" presName="rootText" presStyleLbl="node1" presStyleIdx="2" presStyleCnt="3"/>
      <dgm:spPr/>
    </dgm:pt>
    <dgm:pt modelId="{B5BFED48-B0E4-433F-BE1D-6DEE6A21ECEE}" type="pres">
      <dgm:prSet presAssocID="{C8CBC629-0AE6-4AEE-9F69-80F648E66134}" presName="rootConnector" presStyleLbl="node1" presStyleIdx="2" presStyleCnt="3"/>
      <dgm:spPr/>
    </dgm:pt>
    <dgm:pt modelId="{9558C0D7-2DA3-47E9-AB81-51AACD269BF5}" type="pres">
      <dgm:prSet presAssocID="{C8CBC629-0AE6-4AEE-9F69-80F648E66134}" presName="childShape" presStyleCnt="0"/>
      <dgm:spPr/>
    </dgm:pt>
    <dgm:pt modelId="{B3D931E7-08FF-4452-B2B0-1659AB9AD65A}" type="pres">
      <dgm:prSet presAssocID="{3F658B7B-4AF9-4143-864E-744A29232D0A}" presName="Name13" presStyleLbl="parChTrans1D2" presStyleIdx="10" presStyleCnt="13"/>
      <dgm:spPr/>
    </dgm:pt>
    <dgm:pt modelId="{05BBF3AD-D12A-488C-9BB3-655F261F428D}" type="pres">
      <dgm:prSet presAssocID="{31C13E64-85E4-457C-ADF9-DD8A8CFD5921}" presName="childText" presStyleLbl="bgAcc1" presStyleIdx="10" presStyleCnt="13">
        <dgm:presLayoutVars>
          <dgm:bulletEnabled val="1"/>
        </dgm:presLayoutVars>
      </dgm:prSet>
      <dgm:spPr/>
    </dgm:pt>
    <dgm:pt modelId="{67100245-5107-4E9B-94EE-4FC8A9BEDF34}" type="pres">
      <dgm:prSet presAssocID="{E933AC43-90C1-42C4-9F81-F9853C5DC8EE}" presName="Name13" presStyleLbl="parChTrans1D2" presStyleIdx="11" presStyleCnt="13"/>
      <dgm:spPr/>
    </dgm:pt>
    <dgm:pt modelId="{454F17ED-EAF8-4E05-8BD1-8AF3A3E22DD2}" type="pres">
      <dgm:prSet presAssocID="{5552EAB4-469F-4A14-881E-C2BBD01E3C83}" presName="childText" presStyleLbl="bgAcc1" presStyleIdx="11" presStyleCnt="13">
        <dgm:presLayoutVars>
          <dgm:bulletEnabled val="1"/>
        </dgm:presLayoutVars>
      </dgm:prSet>
      <dgm:spPr/>
    </dgm:pt>
    <dgm:pt modelId="{40312CD7-D1F9-4FDB-AF84-83ABC8FB42A5}" type="pres">
      <dgm:prSet presAssocID="{16D1EBFD-8ED3-4831-81C1-C7217D3A2518}" presName="Name13" presStyleLbl="parChTrans1D2" presStyleIdx="12" presStyleCnt="13"/>
      <dgm:spPr/>
    </dgm:pt>
    <dgm:pt modelId="{B643FE63-95DF-4543-BA9C-1B9F3971EB30}" type="pres">
      <dgm:prSet presAssocID="{2C0E08E1-9B06-4933-A196-57AB79B80452}" presName="childText" presStyleLbl="bgAcc1" presStyleIdx="12" presStyleCnt="13">
        <dgm:presLayoutVars>
          <dgm:bulletEnabled val="1"/>
        </dgm:presLayoutVars>
      </dgm:prSet>
      <dgm:spPr/>
    </dgm:pt>
  </dgm:ptLst>
  <dgm:cxnLst>
    <dgm:cxn modelId="{07D43F09-33F9-4CBC-BCAF-AFB8265D342F}" srcId="{F9040076-5BEB-4600-B1FF-335E57E186C3}" destId="{FA588C98-C5B2-48D2-B837-934462AC2E7C}" srcOrd="0" destOrd="0" parTransId="{C8466EF4-DDBD-4026-867B-494F4F4050B3}" sibTransId="{A26B6B18-0814-442E-9991-10BFB74739BB}"/>
    <dgm:cxn modelId="{CB739409-2975-4108-B1F2-F5EE0039F3AE}" type="presOf" srcId="{3F658B7B-4AF9-4143-864E-744A29232D0A}" destId="{B3D931E7-08FF-4452-B2B0-1659AB9AD65A}" srcOrd="0" destOrd="0" presId="urn:microsoft.com/office/officeart/2005/8/layout/hierarchy3"/>
    <dgm:cxn modelId="{A070D50C-BA76-4548-A43F-76691569D4E7}" type="presOf" srcId="{5552EAB4-469F-4A14-881E-C2BBD01E3C83}" destId="{454F17ED-EAF8-4E05-8BD1-8AF3A3E22DD2}" srcOrd="0" destOrd="0" presId="urn:microsoft.com/office/officeart/2005/8/layout/hierarchy3"/>
    <dgm:cxn modelId="{6DEDD210-A41B-4F1D-A223-8902ABF24003}" type="presOf" srcId="{FE97F163-754F-4B48-B842-95D1EF1C726E}" destId="{CAB9AFC2-A341-4386-84EE-4CDB28B1A47D}" srcOrd="0" destOrd="0" presId="urn:microsoft.com/office/officeart/2005/8/layout/hierarchy3"/>
    <dgm:cxn modelId="{FBF88E15-E717-4C48-BF71-ACD594438DCA}" type="presOf" srcId="{E933AC43-90C1-42C4-9F81-F9853C5DC8EE}" destId="{67100245-5107-4E9B-94EE-4FC8A9BEDF34}" srcOrd="0" destOrd="0" presId="urn:microsoft.com/office/officeart/2005/8/layout/hierarchy3"/>
    <dgm:cxn modelId="{AA3D0716-68DC-48FF-85BB-202B5A74A34B}" type="presOf" srcId="{E60D6645-DE27-42BF-80B8-F3896365C89B}" destId="{F3DFF4B2-FA81-450D-9595-D7E15774F61B}" srcOrd="0" destOrd="0" presId="urn:microsoft.com/office/officeart/2005/8/layout/hierarchy3"/>
    <dgm:cxn modelId="{CD6E9D19-009A-4F2B-B8FC-1203FFE37A28}" srcId="{FA588C98-C5B2-48D2-B837-934462AC2E7C}" destId="{0AF74E39-A1B7-407B-BE25-9BAC4564062F}" srcOrd="4" destOrd="0" parTransId="{729790A0-B6AF-4E0F-A6A8-795FACF4AE5E}" sibTransId="{9CD35FCD-5535-41D6-B118-879F05560F31}"/>
    <dgm:cxn modelId="{4C828321-C2BD-48CA-B7E2-718EA55FF1A4}" type="presOf" srcId="{9EA36242-D58B-43FC-8231-A34251720BAA}" destId="{076F041E-61BE-4880-9A2C-754B1C133D3E}" srcOrd="0" destOrd="0" presId="urn:microsoft.com/office/officeart/2005/8/layout/hierarchy3"/>
    <dgm:cxn modelId="{27DA492B-EBFD-4C6A-A5F0-E9DA8D05726A}" type="presOf" srcId="{8CF2D819-9465-4F4C-9679-E0C62DDD2858}" destId="{6F849AB1-7B01-4BB1-AE4B-13A60F3D76E9}" srcOrd="0" destOrd="0" presId="urn:microsoft.com/office/officeart/2005/8/layout/hierarchy3"/>
    <dgm:cxn modelId="{65BF8C2B-AF18-462E-98AE-B961E3C7F18A}" type="presOf" srcId="{405A0D9F-3101-4BA5-97E6-86E01056FEA5}" destId="{DA47C747-F2CC-45CE-B1C6-365A36DAC52D}" srcOrd="0" destOrd="0" presId="urn:microsoft.com/office/officeart/2005/8/layout/hierarchy3"/>
    <dgm:cxn modelId="{1F3FA732-A062-42AA-9B3F-78B551E7E8CF}" type="presOf" srcId="{729790A0-B6AF-4E0F-A6A8-795FACF4AE5E}" destId="{30191E13-0529-4212-8F33-031676450DCA}" srcOrd="0" destOrd="0" presId="urn:microsoft.com/office/officeart/2005/8/layout/hierarchy3"/>
    <dgm:cxn modelId="{B179405E-EFB1-4280-84D7-2DB7F2B2C7B7}" type="presOf" srcId="{D1BC05DC-9BBA-47B1-BA18-BB94C7921FE1}" destId="{E5B11322-1629-4601-9325-0F7A30F0B946}" srcOrd="0" destOrd="0" presId="urn:microsoft.com/office/officeart/2005/8/layout/hierarchy3"/>
    <dgm:cxn modelId="{48AB6041-371E-4490-9DF0-0B12AB0490E2}" type="presOf" srcId="{0AF74E39-A1B7-407B-BE25-9BAC4564062F}" destId="{0563B492-B1C9-4DF7-8845-5030D08C0996}" srcOrd="0" destOrd="0" presId="urn:microsoft.com/office/officeart/2005/8/layout/hierarchy3"/>
    <dgm:cxn modelId="{BD681C42-5A30-4583-AA65-E9B5111AF54C}" type="presOf" srcId="{3107FA34-98D1-40FB-A5DA-CC02BC1CE760}" destId="{0D55EF81-32B0-4787-B96F-A8EFF14DEFEF}" srcOrd="0" destOrd="0" presId="urn:microsoft.com/office/officeart/2005/8/layout/hierarchy3"/>
    <dgm:cxn modelId="{3C804F63-E728-4025-922A-97A64BB2EED0}" srcId="{C8CBC629-0AE6-4AEE-9F69-80F648E66134}" destId="{2C0E08E1-9B06-4933-A196-57AB79B80452}" srcOrd="2" destOrd="0" parTransId="{16D1EBFD-8ED3-4831-81C1-C7217D3A2518}" sibTransId="{864CE330-FCC2-4A72-9E67-7A002D97FC55}"/>
    <dgm:cxn modelId="{1C884F43-4B78-4CDF-8E1E-734732FC71EA}" srcId="{3107FA34-98D1-40FB-A5DA-CC02BC1CE760}" destId="{CE85C6CD-E53C-4914-8FBB-AE269003F377}" srcOrd="0" destOrd="0" parTransId="{8CF2D819-9465-4F4C-9679-E0C62DDD2858}" sibTransId="{7E61A052-C517-4D97-A8FA-C44482DE1341}"/>
    <dgm:cxn modelId="{1F4E9347-423A-44D7-AF66-A27358FDEA07}" type="presOf" srcId="{FA588C98-C5B2-48D2-B837-934462AC2E7C}" destId="{1B39E34C-8CB1-4A44-AD34-4F369C34BC00}" srcOrd="0" destOrd="0" presId="urn:microsoft.com/office/officeart/2005/8/layout/hierarchy3"/>
    <dgm:cxn modelId="{4D0F3751-D8D0-4446-88BE-CBC19BD2009E}" type="presOf" srcId="{CE85C6CD-E53C-4914-8FBB-AE269003F377}" destId="{9147B780-35E0-42CE-B068-F2546F7BCC94}" srcOrd="0" destOrd="0" presId="urn:microsoft.com/office/officeart/2005/8/layout/hierarchy3"/>
    <dgm:cxn modelId="{E37BA854-5B1D-480D-A87F-67BDAC8891BE}" type="presOf" srcId="{C8CBC629-0AE6-4AEE-9F69-80F648E66134}" destId="{B5BFED48-B0E4-433F-BE1D-6DEE6A21ECEE}" srcOrd="1" destOrd="0" presId="urn:microsoft.com/office/officeart/2005/8/layout/hierarchy3"/>
    <dgm:cxn modelId="{BC00B054-434E-4AF4-89BF-E6C34C92B52D}" srcId="{F9040076-5BEB-4600-B1FF-335E57E186C3}" destId="{C8CBC629-0AE6-4AEE-9F69-80F648E66134}" srcOrd="2" destOrd="0" parTransId="{602783B3-9331-40ED-8865-AD1CFA7D8B0F}" sibTransId="{77535302-054D-4034-8441-C4D70D325F74}"/>
    <dgm:cxn modelId="{7D0CDC55-2A9E-4106-BE07-00425663432B}" type="presOf" srcId="{E16AEC1C-FB37-4D0A-827F-8B07D7682D3C}" destId="{5A3C5048-6C16-498C-9B2C-BAF8B8658CA2}" srcOrd="0" destOrd="0" presId="urn:microsoft.com/office/officeart/2005/8/layout/hierarchy3"/>
    <dgm:cxn modelId="{E963187A-EF1C-454C-AD88-00A563BE69C2}" srcId="{F9040076-5BEB-4600-B1FF-335E57E186C3}" destId="{3107FA34-98D1-40FB-A5DA-CC02BC1CE760}" srcOrd="1" destOrd="0" parTransId="{C25D3CFB-771E-4FBC-BBC2-51FFDA6A9577}" sibTransId="{020ACD84-60AB-4D79-8A5E-7169CEF29EB7}"/>
    <dgm:cxn modelId="{6EE1F786-BAF4-4B04-9664-DAA4375D47F6}" srcId="{FA588C98-C5B2-48D2-B837-934462AC2E7C}" destId="{39DE1C74-3413-431C-85CE-8F010751FC99}" srcOrd="0" destOrd="0" parTransId="{D1BC05DC-9BBA-47B1-BA18-BB94C7921FE1}" sibTransId="{C1073639-8769-4D82-A6D6-EFD7A9CAC6CA}"/>
    <dgm:cxn modelId="{D9D54F88-E125-49D9-B60F-A43830AB66C0}" type="presOf" srcId="{B0F41EDA-121B-456B-BBDF-C08053917DEF}" destId="{DC188947-0929-4393-BA00-485671A947F1}" srcOrd="0" destOrd="0" presId="urn:microsoft.com/office/officeart/2005/8/layout/hierarchy3"/>
    <dgm:cxn modelId="{3CF93D8F-FC4B-4FDC-B1B2-1E6F4F5AFE8D}" type="presOf" srcId="{F9040076-5BEB-4600-B1FF-335E57E186C3}" destId="{47919FB0-A2C9-46BC-A787-25E9862AC618}" srcOrd="0" destOrd="0" presId="urn:microsoft.com/office/officeart/2005/8/layout/hierarchy3"/>
    <dgm:cxn modelId="{9293D58F-7466-4C3E-A6BA-72A1D4A5B0B1}" type="presOf" srcId="{16915E13-829C-4F81-9EF1-1EF0D303669A}" destId="{C16B88B8-6B0C-4C65-BAC4-AF379E0AEE80}" srcOrd="0" destOrd="0" presId="urn:microsoft.com/office/officeart/2005/8/layout/hierarchy3"/>
    <dgm:cxn modelId="{7BF41190-0687-4C0B-93B6-56DE1501987A}" type="presOf" srcId="{C8CBC629-0AE6-4AEE-9F69-80F648E66134}" destId="{C2228630-2E29-4C9B-A3DA-3B7DD60C4F73}" srcOrd="0" destOrd="0" presId="urn:microsoft.com/office/officeart/2005/8/layout/hierarchy3"/>
    <dgm:cxn modelId="{2024E191-A2FF-4E36-BCF0-998985B2AF5C}" srcId="{3107FA34-98D1-40FB-A5DA-CC02BC1CE760}" destId="{F8552541-9D85-45F4-94E6-2A61F286DFEC}" srcOrd="1" destOrd="0" parTransId="{ACD7A6D0-D7E3-4A30-B941-B8F378A03134}" sibTransId="{0D23CFF8-6EA4-45AA-BBA6-4E6F66B18704}"/>
    <dgm:cxn modelId="{060CFC91-7091-4944-B7D3-CE0905A49CB1}" srcId="{C8CBC629-0AE6-4AEE-9F69-80F648E66134}" destId="{31C13E64-85E4-457C-ADF9-DD8A8CFD5921}" srcOrd="0" destOrd="0" parTransId="{3F658B7B-4AF9-4143-864E-744A29232D0A}" sibTransId="{95358F5C-697A-4D52-8281-74D473522DF2}"/>
    <dgm:cxn modelId="{F96DEA96-CD81-41A2-B8FB-183C033E3A76}" srcId="{3107FA34-98D1-40FB-A5DA-CC02BC1CE760}" destId="{46A422F0-A144-446D-A69E-F129F3655E98}" srcOrd="2" destOrd="0" parTransId="{9EA36242-D58B-43FC-8231-A34251720BAA}" sibTransId="{C462A3E3-2EC2-4C6E-A64A-976E68B9588C}"/>
    <dgm:cxn modelId="{7A55C79C-A577-418B-9001-85A77FB1FD44}" srcId="{FA588C98-C5B2-48D2-B837-934462AC2E7C}" destId="{B0F41EDA-121B-456B-BBDF-C08053917DEF}" srcOrd="2" destOrd="0" parTransId="{790BDB6C-BE33-4BA8-800B-DC418E6821AD}" sibTransId="{01AF7EB3-9520-451F-9596-4925F198DE80}"/>
    <dgm:cxn modelId="{878F9BA3-7E39-4820-8C14-9E016382C5DF}" srcId="{C8CBC629-0AE6-4AEE-9F69-80F648E66134}" destId="{5552EAB4-469F-4A14-881E-C2BBD01E3C83}" srcOrd="1" destOrd="0" parTransId="{E933AC43-90C1-42C4-9F81-F9853C5DC8EE}" sibTransId="{88E297BC-6071-48C6-8906-7DEBE10083B0}"/>
    <dgm:cxn modelId="{674C32A8-27AC-4EBA-BC45-F663FE673FD1}" type="presOf" srcId="{31C13E64-85E4-457C-ADF9-DD8A8CFD5921}" destId="{05BBF3AD-D12A-488C-9BB3-655F261F428D}" srcOrd="0" destOrd="0" presId="urn:microsoft.com/office/officeart/2005/8/layout/hierarchy3"/>
    <dgm:cxn modelId="{E4CC34A9-757D-4EC3-B0C9-98AC41B562E0}" type="presOf" srcId="{FA588C98-C5B2-48D2-B837-934462AC2E7C}" destId="{B725AAA7-0B12-4D92-ABBD-6DADB4E5D465}" srcOrd="1" destOrd="0" presId="urn:microsoft.com/office/officeart/2005/8/layout/hierarchy3"/>
    <dgm:cxn modelId="{E901D3B3-44AB-40BF-A9BB-485E81C9733C}" srcId="{FA588C98-C5B2-48D2-B837-934462AC2E7C}" destId="{9A1BE993-A06D-4710-B86C-251AEB571F41}" srcOrd="1" destOrd="0" parTransId="{FE97F163-754F-4B48-B842-95D1EF1C726E}" sibTransId="{691876D6-980D-44E6-A212-1613BBE25254}"/>
    <dgm:cxn modelId="{185FDEBB-1A74-4E38-A636-9403E2C31415}" type="presOf" srcId="{9A1BE993-A06D-4710-B86C-251AEB571F41}" destId="{99CB2413-F883-403C-BDAB-D1440C4CA24B}" srcOrd="0" destOrd="0" presId="urn:microsoft.com/office/officeart/2005/8/layout/hierarchy3"/>
    <dgm:cxn modelId="{DADCC4C1-7E96-4033-9D95-4E4A4E7E16EE}" type="presOf" srcId="{46A422F0-A144-446D-A69E-F129F3655E98}" destId="{078361D4-2CF5-4E58-A445-759EB86CB6A5}" srcOrd="0" destOrd="0" presId="urn:microsoft.com/office/officeart/2005/8/layout/hierarchy3"/>
    <dgm:cxn modelId="{D63A9EC6-D129-4889-B169-10C625FBBDC6}" type="presOf" srcId="{3107FA34-98D1-40FB-A5DA-CC02BC1CE760}" destId="{C70BAE32-C55C-463A-96C5-93BF370D0C1C}" srcOrd="1" destOrd="0" presId="urn:microsoft.com/office/officeart/2005/8/layout/hierarchy3"/>
    <dgm:cxn modelId="{CF0196C7-9244-4EC8-851B-F6A8D11FACD3}" type="presOf" srcId="{F8552541-9D85-45F4-94E6-2A61F286DFEC}" destId="{549EDCEC-4A12-4552-AFEF-CCB5C105C9E3}" srcOrd="0" destOrd="0" presId="urn:microsoft.com/office/officeart/2005/8/layout/hierarchy3"/>
    <dgm:cxn modelId="{0BDFB0CE-A373-410D-94D7-1F97872C0CBE}" type="presOf" srcId="{16D1EBFD-8ED3-4831-81C1-C7217D3A2518}" destId="{40312CD7-D1F9-4FDB-AF84-83ABC8FB42A5}" srcOrd="0" destOrd="0" presId="urn:microsoft.com/office/officeart/2005/8/layout/hierarchy3"/>
    <dgm:cxn modelId="{4F9AF8CF-5B8C-4D1A-84B9-68DDE56DF96C}" type="presOf" srcId="{2C0E08E1-9B06-4933-A196-57AB79B80452}" destId="{B643FE63-95DF-4543-BA9C-1B9F3971EB30}" srcOrd="0" destOrd="0" presId="urn:microsoft.com/office/officeart/2005/8/layout/hierarchy3"/>
    <dgm:cxn modelId="{2B6EF3D1-34D0-4A2F-9CD4-3659F68E204C}" srcId="{FA588C98-C5B2-48D2-B837-934462AC2E7C}" destId="{E60D6645-DE27-42BF-80B8-F3896365C89B}" srcOrd="5" destOrd="0" parTransId="{16915E13-829C-4F81-9EF1-1EF0D303669A}" sibTransId="{678E256A-3384-49E3-ACEB-D7800DB346F2}"/>
    <dgm:cxn modelId="{F3945DD7-0B05-48A4-8F93-F487F4F26588}" type="presOf" srcId="{B2FF9BD4-0E98-4065-84B0-A2174BCAED4B}" destId="{3CA75D60-4C6B-4598-A844-5E8F6B6A0FFF}" srcOrd="0" destOrd="0" presId="urn:microsoft.com/office/officeart/2005/8/layout/hierarchy3"/>
    <dgm:cxn modelId="{F6D524D9-5CA9-41F1-BF51-10BF75C88FDD}" type="presOf" srcId="{E3BC8BC8-F25B-4BAE-A3E1-7043A4F8F41A}" destId="{3059E5EB-84A9-42F8-9639-8D7282B0D71B}" srcOrd="0" destOrd="0" presId="urn:microsoft.com/office/officeart/2005/8/layout/hierarchy3"/>
    <dgm:cxn modelId="{9D5DD4DF-7319-4C7B-A883-4C15DFA80255}" type="presOf" srcId="{39DE1C74-3413-431C-85CE-8F010751FC99}" destId="{2D2599B6-7FDE-42CB-8D05-2A811914215E}" srcOrd="0" destOrd="0" presId="urn:microsoft.com/office/officeart/2005/8/layout/hierarchy3"/>
    <dgm:cxn modelId="{686AEEE2-09D0-4FD2-9936-8C11C040A7D7}" type="presOf" srcId="{790BDB6C-BE33-4BA8-800B-DC418E6821AD}" destId="{71DCFDB6-FB0F-4D32-85D6-6505DC57EB70}" srcOrd="0" destOrd="0" presId="urn:microsoft.com/office/officeart/2005/8/layout/hierarchy3"/>
    <dgm:cxn modelId="{B063A2EB-68C6-418B-83E7-B22DEE41EE16}" srcId="{3107FA34-98D1-40FB-A5DA-CC02BC1CE760}" destId="{E16AEC1C-FB37-4D0A-827F-8B07D7682D3C}" srcOrd="3" destOrd="0" parTransId="{B2FF9BD4-0E98-4065-84B0-A2174BCAED4B}" sibTransId="{EB476C2F-6FD3-4434-8529-75DF58E005B9}"/>
    <dgm:cxn modelId="{A2E7D8ED-A050-4A90-ADA6-1F901A9A3A44}" srcId="{FA588C98-C5B2-48D2-B837-934462AC2E7C}" destId="{E3BC8BC8-F25B-4BAE-A3E1-7043A4F8F41A}" srcOrd="3" destOrd="0" parTransId="{405A0D9F-3101-4BA5-97E6-86E01056FEA5}" sibTransId="{90B67006-EBEB-42BD-9D6C-354A79B9EF27}"/>
    <dgm:cxn modelId="{D8FCFAFD-A6D8-446F-B52C-E6F478D4A58A}" type="presOf" srcId="{ACD7A6D0-D7E3-4A30-B941-B8F378A03134}" destId="{F6C304A7-FD47-4508-9C1A-997C649A37C4}" srcOrd="0" destOrd="0" presId="urn:microsoft.com/office/officeart/2005/8/layout/hierarchy3"/>
    <dgm:cxn modelId="{A3800827-A4D4-45A0-8319-3A98378CD124}" type="presParOf" srcId="{47919FB0-A2C9-46BC-A787-25E9862AC618}" destId="{8B007BC2-6EAE-4D14-B85A-B615D71A5909}" srcOrd="0" destOrd="0" presId="urn:microsoft.com/office/officeart/2005/8/layout/hierarchy3"/>
    <dgm:cxn modelId="{BFEDDD10-D0A6-46F0-85B2-387B78B4B281}" type="presParOf" srcId="{8B007BC2-6EAE-4D14-B85A-B615D71A5909}" destId="{F522F924-3A19-4D87-94C1-F8C7AA274481}" srcOrd="0" destOrd="0" presId="urn:microsoft.com/office/officeart/2005/8/layout/hierarchy3"/>
    <dgm:cxn modelId="{945FC88B-E19A-44B9-8A1F-A1AC8BCC4AC9}" type="presParOf" srcId="{F522F924-3A19-4D87-94C1-F8C7AA274481}" destId="{1B39E34C-8CB1-4A44-AD34-4F369C34BC00}" srcOrd="0" destOrd="0" presId="urn:microsoft.com/office/officeart/2005/8/layout/hierarchy3"/>
    <dgm:cxn modelId="{CD97D78A-7816-4E1D-91C2-CE959B83FCCD}" type="presParOf" srcId="{F522F924-3A19-4D87-94C1-F8C7AA274481}" destId="{B725AAA7-0B12-4D92-ABBD-6DADB4E5D465}" srcOrd="1" destOrd="0" presId="urn:microsoft.com/office/officeart/2005/8/layout/hierarchy3"/>
    <dgm:cxn modelId="{AED040C8-4523-41EB-97D7-745CD5075DF6}" type="presParOf" srcId="{8B007BC2-6EAE-4D14-B85A-B615D71A5909}" destId="{A8CF61CD-69A2-48ED-A3B6-0DCD2EB8C204}" srcOrd="1" destOrd="0" presId="urn:microsoft.com/office/officeart/2005/8/layout/hierarchy3"/>
    <dgm:cxn modelId="{2BA4BD28-1547-4779-8F94-6A4ACC004218}" type="presParOf" srcId="{A8CF61CD-69A2-48ED-A3B6-0DCD2EB8C204}" destId="{E5B11322-1629-4601-9325-0F7A30F0B946}" srcOrd="0" destOrd="0" presId="urn:microsoft.com/office/officeart/2005/8/layout/hierarchy3"/>
    <dgm:cxn modelId="{43771039-AE15-4E5F-9195-790B61B11D57}" type="presParOf" srcId="{A8CF61CD-69A2-48ED-A3B6-0DCD2EB8C204}" destId="{2D2599B6-7FDE-42CB-8D05-2A811914215E}" srcOrd="1" destOrd="0" presId="urn:microsoft.com/office/officeart/2005/8/layout/hierarchy3"/>
    <dgm:cxn modelId="{158C569E-6B91-4FA1-AC20-445570E6800C}" type="presParOf" srcId="{A8CF61CD-69A2-48ED-A3B6-0DCD2EB8C204}" destId="{CAB9AFC2-A341-4386-84EE-4CDB28B1A47D}" srcOrd="2" destOrd="0" presId="urn:microsoft.com/office/officeart/2005/8/layout/hierarchy3"/>
    <dgm:cxn modelId="{B5D429D5-3B4F-493E-BAF0-5BEFAF60EE4D}" type="presParOf" srcId="{A8CF61CD-69A2-48ED-A3B6-0DCD2EB8C204}" destId="{99CB2413-F883-403C-BDAB-D1440C4CA24B}" srcOrd="3" destOrd="0" presId="urn:microsoft.com/office/officeart/2005/8/layout/hierarchy3"/>
    <dgm:cxn modelId="{8F676224-0714-40D6-A35C-443C79DA07FF}" type="presParOf" srcId="{A8CF61CD-69A2-48ED-A3B6-0DCD2EB8C204}" destId="{71DCFDB6-FB0F-4D32-85D6-6505DC57EB70}" srcOrd="4" destOrd="0" presId="urn:microsoft.com/office/officeart/2005/8/layout/hierarchy3"/>
    <dgm:cxn modelId="{44CFBCC2-3135-40A5-B0F3-020D1D26CDAD}" type="presParOf" srcId="{A8CF61CD-69A2-48ED-A3B6-0DCD2EB8C204}" destId="{DC188947-0929-4393-BA00-485671A947F1}" srcOrd="5" destOrd="0" presId="urn:microsoft.com/office/officeart/2005/8/layout/hierarchy3"/>
    <dgm:cxn modelId="{09C29135-8A56-46FC-AE66-4155200BBEE4}" type="presParOf" srcId="{A8CF61CD-69A2-48ED-A3B6-0DCD2EB8C204}" destId="{DA47C747-F2CC-45CE-B1C6-365A36DAC52D}" srcOrd="6" destOrd="0" presId="urn:microsoft.com/office/officeart/2005/8/layout/hierarchy3"/>
    <dgm:cxn modelId="{C2C85C60-4289-4AC2-AB62-7A36C40BC4C4}" type="presParOf" srcId="{A8CF61CD-69A2-48ED-A3B6-0DCD2EB8C204}" destId="{3059E5EB-84A9-42F8-9639-8D7282B0D71B}" srcOrd="7" destOrd="0" presId="urn:microsoft.com/office/officeart/2005/8/layout/hierarchy3"/>
    <dgm:cxn modelId="{2848B5F1-2940-49DC-9045-6B1BBE6D00A1}" type="presParOf" srcId="{A8CF61CD-69A2-48ED-A3B6-0DCD2EB8C204}" destId="{30191E13-0529-4212-8F33-031676450DCA}" srcOrd="8" destOrd="0" presId="urn:microsoft.com/office/officeart/2005/8/layout/hierarchy3"/>
    <dgm:cxn modelId="{7D6DF77B-766A-48C0-9850-45B992A2A922}" type="presParOf" srcId="{A8CF61CD-69A2-48ED-A3B6-0DCD2EB8C204}" destId="{0563B492-B1C9-4DF7-8845-5030D08C0996}" srcOrd="9" destOrd="0" presId="urn:microsoft.com/office/officeart/2005/8/layout/hierarchy3"/>
    <dgm:cxn modelId="{DC718886-E8CA-40F9-8870-72A31342142E}" type="presParOf" srcId="{A8CF61CD-69A2-48ED-A3B6-0DCD2EB8C204}" destId="{C16B88B8-6B0C-4C65-BAC4-AF379E0AEE80}" srcOrd="10" destOrd="0" presId="urn:microsoft.com/office/officeart/2005/8/layout/hierarchy3"/>
    <dgm:cxn modelId="{54290D69-BE19-4422-A72B-77B5318A8DBA}" type="presParOf" srcId="{A8CF61CD-69A2-48ED-A3B6-0DCD2EB8C204}" destId="{F3DFF4B2-FA81-450D-9595-D7E15774F61B}" srcOrd="11" destOrd="0" presId="urn:microsoft.com/office/officeart/2005/8/layout/hierarchy3"/>
    <dgm:cxn modelId="{FE3FD999-4217-44E6-9A6E-15B36B5C8322}" type="presParOf" srcId="{47919FB0-A2C9-46BC-A787-25E9862AC618}" destId="{2BE3EF2A-6546-47D6-84DF-38DE8CF2EFE9}" srcOrd="1" destOrd="0" presId="urn:microsoft.com/office/officeart/2005/8/layout/hierarchy3"/>
    <dgm:cxn modelId="{6336F9A4-D466-4909-8FCD-7FA4C1C8C0A9}" type="presParOf" srcId="{2BE3EF2A-6546-47D6-84DF-38DE8CF2EFE9}" destId="{4C957FE4-FD70-48FE-8BFA-3EAB1CEC1FC9}" srcOrd="0" destOrd="0" presId="urn:microsoft.com/office/officeart/2005/8/layout/hierarchy3"/>
    <dgm:cxn modelId="{403D0D65-6939-43EC-9652-A034FBF529C7}" type="presParOf" srcId="{4C957FE4-FD70-48FE-8BFA-3EAB1CEC1FC9}" destId="{0D55EF81-32B0-4787-B96F-A8EFF14DEFEF}" srcOrd="0" destOrd="0" presId="urn:microsoft.com/office/officeart/2005/8/layout/hierarchy3"/>
    <dgm:cxn modelId="{519BFBB6-14FD-4544-BD3C-DC8D8B8DD274}" type="presParOf" srcId="{4C957FE4-FD70-48FE-8BFA-3EAB1CEC1FC9}" destId="{C70BAE32-C55C-463A-96C5-93BF370D0C1C}" srcOrd="1" destOrd="0" presId="urn:microsoft.com/office/officeart/2005/8/layout/hierarchy3"/>
    <dgm:cxn modelId="{4470D55A-1A62-40EC-A6EF-C18C12E765C7}" type="presParOf" srcId="{2BE3EF2A-6546-47D6-84DF-38DE8CF2EFE9}" destId="{0622B76A-4AEF-4042-831B-90E051A1D05B}" srcOrd="1" destOrd="0" presId="urn:microsoft.com/office/officeart/2005/8/layout/hierarchy3"/>
    <dgm:cxn modelId="{B00070F1-32E7-4147-8772-8B4F5E64FACB}" type="presParOf" srcId="{0622B76A-4AEF-4042-831B-90E051A1D05B}" destId="{6F849AB1-7B01-4BB1-AE4B-13A60F3D76E9}" srcOrd="0" destOrd="0" presId="urn:microsoft.com/office/officeart/2005/8/layout/hierarchy3"/>
    <dgm:cxn modelId="{753DA5D5-C35C-420C-A999-CDB75D890FB0}" type="presParOf" srcId="{0622B76A-4AEF-4042-831B-90E051A1D05B}" destId="{9147B780-35E0-42CE-B068-F2546F7BCC94}" srcOrd="1" destOrd="0" presId="urn:microsoft.com/office/officeart/2005/8/layout/hierarchy3"/>
    <dgm:cxn modelId="{B803C814-6E10-41FB-824D-58AB6EF24BD2}" type="presParOf" srcId="{0622B76A-4AEF-4042-831B-90E051A1D05B}" destId="{F6C304A7-FD47-4508-9C1A-997C649A37C4}" srcOrd="2" destOrd="0" presId="urn:microsoft.com/office/officeart/2005/8/layout/hierarchy3"/>
    <dgm:cxn modelId="{2A89A390-6CCC-41CB-9D42-959FEDCEB7E5}" type="presParOf" srcId="{0622B76A-4AEF-4042-831B-90E051A1D05B}" destId="{549EDCEC-4A12-4552-AFEF-CCB5C105C9E3}" srcOrd="3" destOrd="0" presId="urn:microsoft.com/office/officeart/2005/8/layout/hierarchy3"/>
    <dgm:cxn modelId="{FFDEDC16-0AE2-47FF-908B-FC6EB556FF2C}" type="presParOf" srcId="{0622B76A-4AEF-4042-831B-90E051A1D05B}" destId="{076F041E-61BE-4880-9A2C-754B1C133D3E}" srcOrd="4" destOrd="0" presId="urn:microsoft.com/office/officeart/2005/8/layout/hierarchy3"/>
    <dgm:cxn modelId="{EACA038C-9ABF-4611-990B-384671C00312}" type="presParOf" srcId="{0622B76A-4AEF-4042-831B-90E051A1D05B}" destId="{078361D4-2CF5-4E58-A445-759EB86CB6A5}" srcOrd="5" destOrd="0" presId="urn:microsoft.com/office/officeart/2005/8/layout/hierarchy3"/>
    <dgm:cxn modelId="{B19252AC-ECCA-4267-8783-40FE3ED2AA8B}" type="presParOf" srcId="{0622B76A-4AEF-4042-831B-90E051A1D05B}" destId="{3CA75D60-4C6B-4598-A844-5E8F6B6A0FFF}" srcOrd="6" destOrd="0" presId="urn:microsoft.com/office/officeart/2005/8/layout/hierarchy3"/>
    <dgm:cxn modelId="{03A70679-AD51-4E8F-ABCE-88BB9637831C}" type="presParOf" srcId="{0622B76A-4AEF-4042-831B-90E051A1D05B}" destId="{5A3C5048-6C16-498C-9B2C-BAF8B8658CA2}" srcOrd="7" destOrd="0" presId="urn:microsoft.com/office/officeart/2005/8/layout/hierarchy3"/>
    <dgm:cxn modelId="{01A03867-FFA1-401F-9784-5D250B37BCE3}" type="presParOf" srcId="{47919FB0-A2C9-46BC-A787-25E9862AC618}" destId="{296FC3D0-FEFA-4FBC-A740-F9BFA8380D0B}" srcOrd="2" destOrd="0" presId="urn:microsoft.com/office/officeart/2005/8/layout/hierarchy3"/>
    <dgm:cxn modelId="{8A3900EB-B4E5-42FE-851F-A6C96F7A7DA7}" type="presParOf" srcId="{296FC3D0-FEFA-4FBC-A740-F9BFA8380D0B}" destId="{832B5EB2-5841-435B-ACC6-43F9BA22C174}" srcOrd="0" destOrd="0" presId="urn:microsoft.com/office/officeart/2005/8/layout/hierarchy3"/>
    <dgm:cxn modelId="{4683BBC9-0DCB-46A7-B4FE-B07297783362}" type="presParOf" srcId="{832B5EB2-5841-435B-ACC6-43F9BA22C174}" destId="{C2228630-2E29-4C9B-A3DA-3B7DD60C4F73}" srcOrd="0" destOrd="0" presId="urn:microsoft.com/office/officeart/2005/8/layout/hierarchy3"/>
    <dgm:cxn modelId="{1FCD1C74-C2C8-4BCD-A465-848DD3CB152C}" type="presParOf" srcId="{832B5EB2-5841-435B-ACC6-43F9BA22C174}" destId="{B5BFED48-B0E4-433F-BE1D-6DEE6A21ECEE}" srcOrd="1" destOrd="0" presId="urn:microsoft.com/office/officeart/2005/8/layout/hierarchy3"/>
    <dgm:cxn modelId="{43DC1424-6FEE-48E4-9978-D8D29F13831D}" type="presParOf" srcId="{296FC3D0-FEFA-4FBC-A740-F9BFA8380D0B}" destId="{9558C0D7-2DA3-47E9-AB81-51AACD269BF5}" srcOrd="1" destOrd="0" presId="urn:microsoft.com/office/officeart/2005/8/layout/hierarchy3"/>
    <dgm:cxn modelId="{863E9666-96B4-484F-834A-1A270990775A}" type="presParOf" srcId="{9558C0D7-2DA3-47E9-AB81-51AACD269BF5}" destId="{B3D931E7-08FF-4452-B2B0-1659AB9AD65A}" srcOrd="0" destOrd="0" presId="urn:microsoft.com/office/officeart/2005/8/layout/hierarchy3"/>
    <dgm:cxn modelId="{411F3CEA-45B3-4D72-83A6-CC6056EF6FDD}" type="presParOf" srcId="{9558C0D7-2DA3-47E9-AB81-51AACD269BF5}" destId="{05BBF3AD-D12A-488C-9BB3-655F261F428D}" srcOrd="1" destOrd="0" presId="urn:microsoft.com/office/officeart/2005/8/layout/hierarchy3"/>
    <dgm:cxn modelId="{B746A9EE-F938-42EC-A392-C5E55CBCF754}" type="presParOf" srcId="{9558C0D7-2DA3-47E9-AB81-51AACD269BF5}" destId="{67100245-5107-4E9B-94EE-4FC8A9BEDF34}" srcOrd="2" destOrd="0" presId="urn:microsoft.com/office/officeart/2005/8/layout/hierarchy3"/>
    <dgm:cxn modelId="{B2E4439C-9A06-4A4D-B55F-C84E0CE194D2}" type="presParOf" srcId="{9558C0D7-2DA3-47E9-AB81-51AACD269BF5}" destId="{454F17ED-EAF8-4E05-8BD1-8AF3A3E22DD2}" srcOrd="3" destOrd="0" presId="urn:microsoft.com/office/officeart/2005/8/layout/hierarchy3"/>
    <dgm:cxn modelId="{9C744077-1911-48F9-9788-80DF3A2570CD}" type="presParOf" srcId="{9558C0D7-2DA3-47E9-AB81-51AACD269BF5}" destId="{40312CD7-D1F9-4FDB-AF84-83ABC8FB42A5}" srcOrd="4" destOrd="0" presId="urn:microsoft.com/office/officeart/2005/8/layout/hierarchy3"/>
    <dgm:cxn modelId="{60F6E7A1-C1C6-40C0-9A5C-8465ED0E7BD7}" type="presParOf" srcId="{9558C0D7-2DA3-47E9-AB81-51AACD269BF5}" destId="{B643FE63-95DF-4543-BA9C-1B9F3971EB30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E99A8A-F47C-4816-86B6-E9F1ED27F80B}" type="doc">
      <dgm:prSet loTypeId="urn:microsoft.com/office/officeart/2008/layout/LinedList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6A0947-A56E-4042-973D-42FE7770058F}">
      <dgm:prSet/>
      <dgm:spPr/>
      <dgm:t>
        <a:bodyPr/>
        <a:lstStyle/>
        <a:p>
          <a:r>
            <a:rPr lang="en-US" dirty="0"/>
            <a:t>Centralized </a:t>
          </a:r>
          <a:r>
            <a:rPr lang="en-US" dirty="0" err="1"/>
            <a:t>error_handler.php</a:t>
          </a:r>
          <a:r>
            <a:rPr lang="en-US" dirty="0"/>
            <a:t> for uniform JSON error responses</a:t>
          </a:r>
        </a:p>
      </dgm:t>
    </dgm:pt>
    <dgm:pt modelId="{DD2C52A4-E9AE-4ECB-8E80-17DCB839928E}" type="parTrans" cxnId="{DA246956-CE29-4A4F-AC30-708EF1481689}">
      <dgm:prSet/>
      <dgm:spPr/>
      <dgm:t>
        <a:bodyPr/>
        <a:lstStyle/>
        <a:p>
          <a:endParaRPr lang="en-US"/>
        </a:p>
      </dgm:t>
    </dgm:pt>
    <dgm:pt modelId="{B554B42B-F36E-4FAB-A148-010552C06284}" type="sibTrans" cxnId="{DA246956-CE29-4A4F-AC30-708EF1481689}">
      <dgm:prSet/>
      <dgm:spPr/>
      <dgm:t>
        <a:bodyPr/>
        <a:lstStyle/>
        <a:p>
          <a:endParaRPr lang="en-US"/>
        </a:p>
      </dgm:t>
    </dgm:pt>
    <dgm:pt modelId="{E41143F4-C6D2-4D1B-A2B0-E84B1238A2D4}">
      <dgm:prSet/>
      <dgm:spPr/>
      <dgm:t>
        <a:bodyPr/>
        <a:lstStyle/>
        <a:p>
          <a:r>
            <a:rPr lang="en-US" dirty="0" err="1"/>
            <a:t>logging_handler.php</a:t>
          </a:r>
          <a:r>
            <a:rPr lang="en-US" dirty="0"/>
            <a:t> writes structured JSON logs to backend/logs/app.log</a:t>
          </a:r>
        </a:p>
      </dgm:t>
    </dgm:pt>
    <dgm:pt modelId="{5394923A-504B-4DE9-87F6-125EA5F7A067}" type="parTrans" cxnId="{411DBDB4-49B2-41B4-ADF2-F8DE4916AAE0}">
      <dgm:prSet/>
      <dgm:spPr/>
      <dgm:t>
        <a:bodyPr/>
        <a:lstStyle/>
        <a:p>
          <a:endParaRPr lang="en-US"/>
        </a:p>
      </dgm:t>
    </dgm:pt>
    <dgm:pt modelId="{76BFEB3B-91B4-4D42-9AAF-5253FAEC8722}" type="sibTrans" cxnId="{411DBDB4-49B2-41B4-ADF2-F8DE4916AAE0}">
      <dgm:prSet/>
      <dgm:spPr/>
      <dgm:t>
        <a:bodyPr/>
        <a:lstStyle/>
        <a:p>
          <a:endParaRPr lang="en-US"/>
        </a:p>
      </dgm:t>
    </dgm:pt>
    <dgm:pt modelId="{B53ECF1D-9B4E-43A4-B1A0-31ABF4061B3F}">
      <dgm:prSet/>
      <dgm:spPr/>
      <dgm:t>
        <a:bodyPr/>
        <a:lstStyle/>
        <a:p>
          <a:r>
            <a:rPr lang="en-US" dirty="0"/>
            <a:t>HTTP Code Mapping:</a:t>
          </a:r>
        </a:p>
      </dgm:t>
    </dgm:pt>
    <dgm:pt modelId="{E2EF1DAF-9CF1-400B-8489-D9298CF2196D}" type="parTrans" cxnId="{A7AE8D68-7E50-4177-93AC-7A0ABD240B29}">
      <dgm:prSet/>
      <dgm:spPr/>
      <dgm:t>
        <a:bodyPr/>
        <a:lstStyle/>
        <a:p>
          <a:endParaRPr lang="en-US"/>
        </a:p>
      </dgm:t>
    </dgm:pt>
    <dgm:pt modelId="{772501C7-241E-4A4A-8E44-9180B1BED13C}" type="sibTrans" cxnId="{A7AE8D68-7E50-4177-93AC-7A0ABD240B29}">
      <dgm:prSet/>
      <dgm:spPr/>
      <dgm:t>
        <a:bodyPr/>
        <a:lstStyle/>
        <a:p>
          <a:endParaRPr lang="en-US"/>
        </a:p>
      </dgm:t>
    </dgm:pt>
    <dgm:pt modelId="{D878D5C8-65A9-449D-AA9C-8AFC9C13AC5C}">
      <dgm:prSet/>
      <dgm:spPr/>
      <dgm:t>
        <a:bodyPr/>
        <a:lstStyle/>
        <a:p>
          <a:r>
            <a:rPr lang="en-US" dirty="0"/>
            <a:t>400: Validation</a:t>
          </a:r>
        </a:p>
      </dgm:t>
    </dgm:pt>
    <dgm:pt modelId="{4525B1DF-DBDA-4471-9F22-1E364120E661}" type="parTrans" cxnId="{6D9149CC-3B71-4657-9C45-B8D197064BFB}">
      <dgm:prSet/>
      <dgm:spPr/>
      <dgm:t>
        <a:bodyPr/>
        <a:lstStyle/>
        <a:p>
          <a:endParaRPr lang="en-US"/>
        </a:p>
      </dgm:t>
    </dgm:pt>
    <dgm:pt modelId="{DEA981EF-DADE-4E54-BA9C-89B2D95EA45B}" type="sibTrans" cxnId="{6D9149CC-3B71-4657-9C45-B8D197064BFB}">
      <dgm:prSet/>
      <dgm:spPr/>
      <dgm:t>
        <a:bodyPr/>
        <a:lstStyle/>
        <a:p>
          <a:endParaRPr lang="en-US"/>
        </a:p>
      </dgm:t>
    </dgm:pt>
    <dgm:pt modelId="{4FD9A37A-365D-42AD-89F1-2BC986682DBB}">
      <dgm:prSet/>
      <dgm:spPr/>
      <dgm:t>
        <a:bodyPr/>
        <a:lstStyle/>
        <a:p>
          <a:r>
            <a:rPr lang="en-US" dirty="0"/>
            <a:t>401: Authentication</a:t>
          </a:r>
        </a:p>
      </dgm:t>
    </dgm:pt>
    <dgm:pt modelId="{D5187F47-0B44-4EA0-AB87-D8598291CF87}" type="parTrans" cxnId="{13133638-44E7-4202-954D-469F7F32BB34}">
      <dgm:prSet/>
      <dgm:spPr/>
      <dgm:t>
        <a:bodyPr/>
        <a:lstStyle/>
        <a:p>
          <a:endParaRPr lang="en-US"/>
        </a:p>
      </dgm:t>
    </dgm:pt>
    <dgm:pt modelId="{897C8F98-D491-4C8B-A70C-4F26467F845C}" type="sibTrans" cxnId="{13133638-44E7-4202-954D-469F7F32BB34}">
      <dgm:prSet/>
      <dgm:spPr/>
      <dgm:t>
        <a:bodyPr/>
        <a:lstStyle/>
        <a:p>
          <a:endParaRPr lang="en-US"/>
        </a:p>
      </dgm:t>
    </dgm:pt>
    <dgm:pt modelId="{D6F40270-6ECC-49CC-AA44-331326B10304}">
      <dgm:prSet/>
      <dgm:spPr/>
      <dgm:t>
        <a:bodyPr/>
        <a:lstStyle/>
        <a:p>
          <a:r>
            <a:rPr lang="en-US" dirty="0"/>
            <a:t>403: Authorization</a:t>
          </a:r>
        </a:p>
      </dgm:t>
    </dgm:pt>
    <dgm:pt modelId="{03EAB877-0179-47F2-B561-F88BA7BA30FF}" type="parTrans" cxnId="{C218E0A4-484E-43B8-8B8C-16DD58706E63}">
      <dgm:prSet/>
      <dgm:spPr/>
      <dgm:t>
        <a:bodyPr/>
        <a:lstStyle/>
        <a:p>
          <a:endParaRPr lang="en-US"/>
        </a:p>
      </dgm:t>
    </dgm:pt>
    <dgm:pt modelId="{A9DA5FEB-CAA5-47D6-B1A4-755E178D38F8}" type="sibTrans" cxnId="{C218E0A4-484E-43B8-8B8C-16DD58706E63}">
      <dgm:prSet/>
      <dgm:spPr/>
      <dgm:t>
        <a:bodyPr/>
        <a:lstStyle/>
        <a:p>
          <a:endParaRPr lang="en-US"/>
        </a:p>
      </dgm:t>
    </dgm:pt>
    <dgm:pt modelId="{27F2D797-4271-4266-BB7A-C35F49CD1356}">
      <dgm:prSet/>
      <dgm:spPr/>
      <dgm:t>
        <a:bodyPr/>
        <a:lstStyle/>
        <a:p>
          <a:r>
            <a:rPr lang="en-US" dirty="0"/>
            <a:t>500: Internal error</a:t>
          </a:r>
        </a:p>
      </dgm:t>
    </dgm:pt>
    <dgm:pt modelId="{3763131F-EAE0-4113-92C7-014ECCDA305D}" type="parTrans" cxnId="{39BE9491-67BF-4EDC-82E6-15CCBAFBD347}">
      <dgm:prSet/>
      <dgm:spPr/>
      <dgm:t>
        <a:bodyPr/>
        <a:lstStyle/>
        <a:p>
          <a:endParaRPr lang="en-US"/>
        </a:p>
      </dgm:t>
    </dgm:pt>
    <dgm:pt modelId="{D43093D9-A863-41BB-8C6A-62BA760E5BDE}" type="sibTrans" cxnId="{39BE9491-67BF-4EDC-82E6-15CCBAFBD347}">
      <dgm:prSet/>
      <dgm:spPr/>
      <dgm:t>
        <a:bodyPr/>
        <a:lstStyle/>
        <a:p>
          <a:endParaRPr lang="en-US"/>
        </a:p>
      </dgm:t>
    </dgm:pt>
    <dgm:pt modelId="{0D6EE8C6-73E7-48F2-87D3-E13146FE5A93}" type="pres">
      <dgm:prSet presAssocID="{2BE99A8A-F47C-4816-86B6-E9F1ED27F80B}" presName="vert0" presStyleCnt="0">
        <dgm:presLayoutVars>
          <dgm:dir/>
          <dgm:animOne val="branch"/>
          <dgm:animLvl val="lvl"/>
        </dgm:presLayoutVars>
      </dgm:prSet>
      <dgm:spPr/>
    </dgm:pt>
    <dgm:pt modelId="{802460DC-222D-4CB4-ADEC-FBCE6487FB2D}" type="pres">
      <dgm:prSet presAssocID="{526A0947-A56E-4042-973D-42FE7770058F}" presName="thickLine" presStyleLbl="alignNode1" presStyleIdx="0" presStyleCnt="3"/>
      <dgm:spPr/>
    </dgm:pt>
    <dgm:pt modelId="{A89ACEAB-2750-466A-ACD2-D3B70A479CFC}" type="pres">
      <dgm:prSet presAssocID="{526A0947-A56E-4042-973D-42FE7770058F}" presName="horz1" presStyleCnt="0"/>
      <dgm:spPr/>
    </dgm:pt>
    <dgm:pt modelId="{AAC8FACE-5AB0-4F38-B759-D634BACEC3AC}" type="pres">
      <dgm:prSet presAssocID="{526A0947-A56E-4042-973D-42FE7770058F}" presName="tx1" presStyleLbl="revTx" presStyleIdx="0" presStyleCnt="7" custScaleX="500000" custScaleY="31831"/>
      <dgm:spPr/>
    </dgm:pt>
    <dgm:pt modelId="{2536930A-60B6-409F-994D-E5EFD128CCBE}" type="pres">
      <dgm:prSet presAssocID="{526A0947-A56E-4042-973D-42FE7770058F}" presName="vert1" presStyleCnt="0"/>
      <dgm:spPr/>
    </dgm:pt>
    <dgm:pt modelId="{CA45F476-391D-4AFA-8B5C-0915A2C00EE1}" type="pres">
      <dgm:prSet presAssocID="{E41143F4-C6D2-4D1B-A2B0-E84B1238A2D4}" presName="thickLine" presStyleLbl="alignNode1" presStyleIdx="1" presStyleCnt="3"/>
      <dgm:spPr/>
    </dgm:pt>
    <dgm:pt modelId="{C227F885-104E-4FE7-BB7F-658F8AEA5D02}" type="pres">
      <dgm:prSet presAssocID="{E41143F4-C6D2-4D1B-A2B0-E84B1238A2D4}" presName="horz1" presStyleCnt="0"/>
      <dgm:spPr/>
    </dgm:pt>
    <dgm:pt modelId="{91F21D43-281D-436E-B968-37DF17B22F69}" type="pres">
      <dgm:prSet presAssocID="{E41143F4-C6D2-4D1B-A2B0-E84B1238A2D4}" presName="tx1" presStyleLbl="revTx" presStyleIdx="1" presStyleCnt="7" custScaleX="500000" custScaleY="19786" custLinFactNeighborX="70754" custLinFactNeighborY="3285"/>
      <dgm:spPr/>
    </dgm:pt>
    <dgm:pt modelId="{48CAAF0A-867A-48C8-86C2-710CD1147421}" type="pres">
      <dgm:prSet presAssocID="{E41143F4-C6D2-4D1B-A2B0-E84B1238A2D4}" presName="vert1" presStyleCnt="0"/>
      <dgm:spPr/>
    </dgm:pt>
    <dgm:pt modelId="{C30BC79A-AC50-474C-93F9-1C64021EE37E}" type="pres">
      <dgm:prSet presAssocID="{B53ECF1D-9B4E-43A4-B1A0-31ABF4061B3F}" presName="thickLine" presStyleLbl="alignNode1" presStyleIdx="2" presStyleCnt="3"/>
      <dgm:spPr/>
    </dgm:pt>
    <dgm:pt modelId="{C4F8BF1E-398A-42CF-92A0-111F0C2B4FF0}" type="pres">
      <dgm:prSet presAssocID="{B53ECF1D-9B4E-43A4-B1A0-31ABF4061B3F}" presName="horz1" presStyleCnt="0"/>
      <dgm:spPr/>
    </dgm:pt>
    <dgm:pt modelId="{C0F6A9E5-B89B-40EA-BC95-D297064B5238}" type="pres">
      <dgm:prSet presAssocID="{B53ECF1D-9B4E-43A4-B1A0-31ABF4061B3F}" presName="tx1" presStyleLbl="revTx" presStyleIdx="2" presStyleCnt="7"/>
      <dgm:spPr/>
    </dgm:pt>
    <dgm:pt modelId="{4FA9DD52-1475-4C37-A4F1-CCE93D39AB91}" type="pres">
      <dgm:prSet presAssocID="{B53ECF1D-9B4E-43A4-B1A0-31ABF4061B3F}" presName="vert1" presStyleCnt="0"/>
      <dgm:spPr/>
    </dgm:pt>
    <dgm:pt modelId="{642CF023-47D3-4A03-8540-DB58B9989603}" type="pres">
      <dgm:prSet presAssocID="{D878D5C8-65A9-449D-AA9C-8AFC9C13AC5C}" presName="vertSpace2a" presStyleCnt="0"/>
      <dgm:spPr/>
    </dgm:pt>
    <dgm:pt modelId="{8BE9F3C0-C3F5-40BB-BBE7-49DE6F6BC764}" type="pres">
      <dgm:prSet presAssocID="{D878D5C8-65A9-449D-AA9C-8AFC9C13AC5C}" presName="horz2" presStyleCnt="0"/>
      <dgm:spPr/>
    </dgm:pt>
    <dgm:pt modelId="{553F3127-92B9-4966-BBDC-E058FB5FA770}" type="pres">
      <dgm:prSet presAssocID="{D878D5C8-65A9-449D-AA9C-8AFC9C13AC5C}" presName="horzSpace2" presStyleCnt="0"/>
      <dgm:spPr/>
    </dgm:pt>
    <dgm:pt modelId="{9E6262FE-133C-4582-BA5A-F21D1B3D93DD}" type="pres">
      <dgm:prSet presAssocID="{D878D5C8-65A9-449D-AA9C-8AFC9C13AC5C}" presName="tx2" presStyleLbl="revTx" presStyleIdx="3" presStyleCnt="7" custScaleY="69901"/>
      <dgm:spPr/>
    </dgm:pt>
    <dgm:pt modelId="{F4EF467B-7FFA-4468-8C13-F7A2617C8734}" type="pres">
      <dgm:prSet presAssocID="{D878D5C8-65A9-449D-AA9C-8AFC9C13AC5C}" presName="vert2" presStyleCnt="0"/>
      <dgm:spPr/>
    </dgm:pt>
    <dgm:pt modelId="{A942C1FB-B17F-4FC8-8C28-3D983115086E}" type="pres">
      <dgm:prSet presAssocID="{D878D5C8-65A9-449D-AA9C-8AFC9C13AC5C}" presName="thinLine2b" presStyleLbl="callout" presStyleIdx="0" presStyleCnt="4"/>
      <dgm:spPr/>
    </dgm:pt>
    <dgm:pt modelId="{992A9614-8581-4949-B1B6-2C005369A6CF}" type="pres">
      <dgm:prSet presAssocID="{D878D5C8-65A9-449D-AA9C-8AFC9C13AC5C}" presName="vertSpace2b" presStyleCnt="0"/>
      <dgm:spPr/>
    </dgm:pt>
    <dgm:pt modelId="{1ACE6865-717E-4BB1-BBCF-8796EC13A382}" type="pres">
      <dgm:prSet presAssocID="{4FD9A37A-365D-42AD-89F1-2BC986682DBB}" presName="horz2" presStyleCnt="0"/>
      <dgm:spPr/>
    </dgm:pt>
    <dgm:pt modelId="{FA8144A7-4FED-4836-81FE-AF52B1BBD7E1}" type="pres">
      <dgm:prSet presAssocID="{4FD9A37A-365D-42AD-89F1-2BC986682DBB}" presName="horzSpace2" presStyleCnt="0"/>
      <dgm:spPr/>
    </dgm:pt>
    <dgm:pt modelId="{E7286E73-69F3-4BD0-8DAB-D2D7EBCE98D4}" type="pres">
      <dgm:prSet presAssocID="{4FD9A37A-365D-42AD-89F1-2BC986682DBB}" presName="tx2" presStyleLbl="revTx" presStyleIdx="4" presStyleCnt="7" custScaleY="61294"/>
      <dgm:spPr/>
    </dgm:pt>
    <dgm:pt modelId="{30638691-5E5C-4D12-8462-26464DEB1EE0}" type="pres">
      <dgm:prSet presAssocID="{4FD9A37A-365D-42AD-89F1-2BC986682DBB}" presName="vert2" presStyleCnt="0"/>
      <dgm:spPr/>
    </dgm:pt>
    <dgm:pt modelId="{CA24D0C1-8281-4CB4-87FB-C42E78C5D261}" type="pres">
      <dgm:prSet presAssocID="{4FD9A37A-365D-42AD-89F1-2BC986682DBB}" presName="thinLine2b" presStyleLbl="callout" presStyleIdx="1" presStyleCnt="4"/>
      <dgm:spPr/>
    </dgm:pt>
    <dgm:pt modelId="{333506C5-AAE9-41DE-878B-FE25309F46CB}" type="pres">
      <dgm:prSet presAssocID="{4FD9A37A-365D-42AD-89F1-2BC986682DBB}" presName="vertSpace2b" presStyleCnt="0"/>
      <dgm:spPr/>
    </dgm:pt>
    <dgm:pt modelId="{704A7A97-2A5B-4968-BF02-6765D10C817A}" type="pres">
      <dgm:prSet presAssocID="{D6F40270-6ECC-49CC-AA44-331326B10304}" presName="horz2" presStyleCnt="0"/>
      <dgm:spPr/>
    </dgm:pt>
    <dgm:pt modelId="{E89E7E5A-D12E-4299-8F8F-B2A83CD8A585}" type="pres">
      <dgm:prSet presAssocID="{D6F40270-6ECC-49CC-AA44-331326B10304}" presName="horzSpace2" presStyleCnt="0"/>
      <dgm:spPr/>
    </dgm:pt>
    <dgm:pt modelId="{B92A3FE0-3091-49DB-A6DC-1554C33450F0}" type="pres">
      <dgm:prSet presAssocID="{D6F40270-6ECC-49CC-AA44-331326B10304}" presName="tx2" presStyleLbl="revTx" presStyleIdx="5" presStyleCnt="7" custScaleY="50440"/>
      <dgm:spPr/>
    </dgm:pt>
    <dgm:pt modelId="{0FF30B14-1C13-45BB-A40C-6C5D1FA2928E}" type="pres">
      <dgm:prSet presAssocID="{D6F40270-6ECC-49CC-AA44-331326B10304}" presName="vert2" presStyleCnt="0"/>
      <dgm:spPr/>
    </dgm:pt>
    <dgm:pt modelId="{E5E66772-E62E-4B8A-BADA-A030012CFC25}" type="pres">
      <dgm:prSet presAssocID="{D6F40270-6ECC-49CC-AA44-331326B10304}" presName="thinLine2b" presStyleLbl="callout" presStyleIdx="2" presStyleCnt="4"/>
      <dgm:spPr/>
    </dgm:pt>
    <dgm:pt modelId="{59D67875-94A1-42AF-95F4-9EB0EB1DEE2D}" type="pres">
      <dgm:prSet presAssocID="{D6F40270-6ECC-49CC-AA44-331326B10304}" presName="vertSpace2b" presStyleCnt="0"/>
      <dgm:spPr/>
    </dgm:pt>
    <dgm:pt modelId="{92709B63-E9AC-4A98-853D-031266278D6B}" type="pres">
      <dgm:prSet presAssocID="{27F2D797-4271-4266-BB7A-C35F49CD1356}" presName="horz2" presStyleCnt="0"/>
      <dgm:spPr/>
    </dgm:pt>
    <dgm:pt modelId="{844DAA26-5369-4FA4-ACE0-F63571E11E60}" type="pres">
      <dgm:prSet presAssocID="{27F2D797-4271-4266-BB7A-C35F49CD1356}" presName="horzSpace2" presStyleCnt="0"/>
      <dgm:spPr/>
    </dgm:pt>
    <dgm:pt modelId="{BBCC43DA-7543-40AA-8E55-E32FCED7ED71}" type="pres">
      <dgm:prSet presAssocID="{27F2D797-4271-4266-BB7A-C35F49CD1356}" presName="tx2" presStyleLbl="revTx" presStyleIdx="6" presStyleCnt="7" custScaleY="66569"/>
      <dgm:spPr/>
    </dgm:pt>
    <dgm:pt modelId="{DADB758E-6199-4CE9-96DC-C0E3742CD428}" type="pres">
      <dgm:prSet presAssocID="{27F2D797-4271-4266-BB7A-C35F49CD1356}" presName="vert2" presStyleCnt="0"/>
      <dgm:spPr/>
    </dgm:pt>
    <dgm:pt modelId="{0475F259-7FB9-4D97-87DB-9B6733974D75}" type="pres">
      <dgm:prSet presAssocID="{27F2D797-4271-4266-BB7A-C35F49CD1356}" presName="thinLine2b" presStyleLbl="callout" presStyleIdx="3" presStyleCnt="4"/>
      <dgm:spPr/>
    </dgm:pt>
    <dgm:pt modelId="{20A83C15-EBAE-4203-8A03-F4973F0FDEBB}" type="pres">
      <dgm:prSet presAssocID="{27F2D797-4271-4266-BB7A-C35F49CD1356}" presName="vertSpace2b" presStyleCnt="0"/>
      <dgm:spPr/>
    </dgm:pt>
  </dgm:ptLst>
  <dgm:cxnLst>
    <dgm:cxn modelId="{0EF31204-3B75-4194-BB4D-DAF711920E10}" type="presOf" srcId="{2BE99A8A-F47C-4816-86B6-E9F1ED27F80B}" destId="{0D6EE8C6-73E7-48F2-87D3-E13146FE5A93}" srcOrd="0" destOrd="0" presId="urn:microsoft.com/office/officeart/2008/layout/LinedList"/>
    <dgm:cxn modelId="{3673711F-F74D-4D3C-9B31-4211F2CA76C0}" type="presOf" srcId="{E41143F4-C6D2-4D1B-A2B0-E84B1238A2D4}" destId="{91F21D43-281D-436E-B968-37DF17B22F69}" srcOrd="0" destOrd="0" presId="urn:microsoft.com/office/officeart/2008/layout/LinedList"/>
    <dgm:cxn modelId="{96C5072E-1435-41ED-98E6-3064AFE57563}" type="presOf" srcId="{526A0947-A56E-4042-973D-42FE7770058F}" destId="{AAC8FACE-5AB0-4F38-B759-D634BACEC3AC}" srcOrd="0" destOrd="0" presId="urn:microsoft.com/office/officeart/2008/layout/LinedList"/>
    <dgm:cxn modelId="{13133638-44E7-4202-954D-469F7F32BB34}" srcId="{B53ECF1D-9B4E-43A4-B1A0-31ABF4061B3F}" destId="{4FD9A37A-365D-42AD-89F1-2BC986682DBB}" srcOrd="1" destOrd="0" parTransId="{D5187F47-0B44-4EA0-AB87-D8598291CF87}" sibTransId="{897C8F98-D491-4C8B-A70C-4F26467F845C}"/>
    <dgm:cxn modelId="{A7AE8D68-7E50-4177-93AC-7A0ABD240B29}" srcId="{2BE99A8A-F47C-4816-86B6-E9F1ED27F80B}" destId="{B53ECF1D-9B4E-43A4-B1A0-31ABF4061B3F}" srcOrd="2" destOrd="0" parTransId="{E2EF1DAF-9CF1-400B-8489-D9298CF2196D}" sibTransId="{772501C7-241E-4A4A-8E44-9180B1BED13C}"/>
    <dgm:cxn modelId="{92069171-8CB7-4C33-AB25-68717A475B72}" type="presOf" srcId="{D6F40270-6ECC-49CC-AA44-331326B10304}" destId="{B92A3FE0-3091-49DB-A6DC-1554C33450F0}" srcOrd="0" destOrd="0" presId="urn:microsoft.com/office/officeart/2008/layout/LinedList"/>
    <dgm:cxn modelId="{9C4E0D53-2E3B-4FC8-88C7-F199A55671CB}" type="presOf" srcId="{4FD9A37A-365D-42AD-89F1-2BC986682DBB}" destId="{E7286E73-69F3-4BD0-8DAB-D2D7EBCE98D4}" srcOrd="0" destOrd="0" presId="urn:microsoft.com/office/officeart/2008/layout/LinedList"/>
    <dgm:cxn modelId="{DA246956-CE29-4A4F-AC30-708EF1481689}" srcId="{2BE99A8A-F47C-4816-86B6-E9F1ED27F80B}" destId="{526A0947-A56E-4042-973D-42FE7770058F}" srcOrd="0" destOrd="0" parTransId="{DD2C52A4-E9AE-4ECB-8E80-17DCB839928E}" sibTransId="{B554B42B-F36E-4FAB-A148-010552C06284}"/>
    <dgm:cxn modelId="{39BE9491-67BF-4EDC-82E6-15CCBAFBD347}" srcId="{B53ECF1D-9B4E-43A4-B1A0-31ABF4061B3F}" destId="{27F2D797-4271-4266-BB7A-C35F49CD1356}" srcOrd="3" destOrd="0" parTransId="{3763131F-EAE0-4113-92C7-014ECCDA305D}" sibTransId="{D43093D9-A863-41BB-8C6A-62BA760E5BDE}"/>
    <dgm:cxn modelId="{C218E0A4-484E-43B8-8B8C-16DD58706E63}" srcId="{B53ECF1D-9B4E-43A4-B1A0-31ABF4061B3F}" destId="{D6F40270-6ECC-49CC-AA44-331326B10304}" srcOrd="2" destOrd="0" parTransId="{03EAB877-0179-47F2-B561-F88BA7BA30FF}" sibTransId="{A9DA5FEB-CAA5-47D6-B1A4-755E178D38F8}"/>
    <dgm:cxn modelId="{411DBDB4-49B2-41B4-ADF2-F8DE4916AAE0}" srcId="{2BE99A8A-F47C-4816-86B6-E9F1ED27F80B}" destId="{E41143F4-C6D2-4D1B-A2B0-E84B1238A2D4}" srcOrd="1" destOrd="0" parTransId="{5394923A-504B-4DE9-87F6-125EA5F7A067}" sibTransId="{76BFEB3B-91B4-4D42-9AAF-5253FAEC8722}"/>
    <dgm:cxn modelId="{EC0272C6-7C51-4A5F-9FB1-4673544CF8D6}" type="presOf" srcId="{B53ECF1D-9B4E-43A4-B1A0-31ABF4061B3F}" destId="{C0F6A9E5-B89B-40EA-BC95-D297064B5238}" srcOrd="0" destOrd="0" presId="urn:microsoft.com/office/officeart/2008/layout/LinedList"/>
    <dgm:cxn modelId="{4E717BC6-66C7-4900-BE07-A9A4464E5444}" type="presOf" srcId="{27F2D797-4271-4266-BB7A-C35F49CD1356}" destId="{BBCC43DA-7543-40AA-8E55-E32FCED7ED71}" srcOrd="0" destOrd="0" presId="urn:microsoft.com/office/officeart/2008/layout/LinedList"/>
    <dgm:cxn modelId="{6D9149CC-3B71-4657-9C45-B8D197064BFB}" srcId="{B53ECF1D-9B4E-43A4-B1A0-31ABF4061B3F}" destId="{D878D5C8-65A9-449D-AA9C-8AFC9C13AC5C}" srcOrd="0" destOrd="0" parTransId="{4525B1DF-DBDA-4471-9F22-1E364120E661}" sibTransId="{DEA981EF-DADE-4E54-BA9C-89B2D95EA45B}"/>
    <dgm:cxn modelId="{26A7C4DF-4F1B-4E39-ADBC-9D90EAD5547E}" type="presOf" srcId="{D878D5C8-65A9-449D-AA9C-8AFC9C13AC5C}" destId="{9E6262FE-133C-4582-BA5A-F21D1B3D93DD}" srcOrd="0" destOrd="0" presId="urn:microsoft.com/office/officeart/2008/layout/LinedList"/>
    <dgm:cxn modelId="{D1F17240-E8BD-4D60-BBD5-F0A04CC2E8F0}" type="presParOf" srcId="{0D6EE8C6-73E7-48F2-87D3-E13146FE5A93}" destId="{802460DC-222D-4CB4-ADEC-FBCE6487FB2D}" srcOrd="0" destOrd="0" presId="urn:microsoft.com/office/officeart/2008/layout/LinedList"/>
    <dgm:cxn modelId="{475B3228-9D4E-40FE-872D-CB3028BC8BB1}" type="presParOf" srcId="{0D6EE8C6-73E7-48F2-87D3-E13146FE5A93}" destId="{A89ACEAB-2750-466A-ACD2-D3B70A479CFC}" srcOrd="1" destOrd="0" presId="urn:microsoft.com/office/officeart/2008/layout/LinedList"/>
    <dgm:cxn modelId="{8469F1B6-07BE-4369-9C46-6FD15BA0CB5F}" type="presParOf" srcId="{A89ACEAB-2750-466A-ACD2-D3B70A479CFC}" destId="{AAC8FACE-5AB0-4F38-B759-D634BACEC3AC}" srcOrd="0" destOrd="0" presId="urn:microsoft.com/office/officeart/2008/layout/LinedList"/>
    <dgm:cxn modelId="{1286BA77-5827-42C5-98F2-5D30CA609270}" type="presParOf" srcId="{A89ACEAB-2750-466A-ACD2-D3B70A479CFC}" destId="{2536930A-60B6-409F-994D-E5EFD128CCBE}" srcOrd="1" destOrd="0" presId="urn:microsoft.com/office/officeart/2008/layout/LinedList"/>
    <dgm:cxn modelId="{1A8A1032-6B6D-4DBB-BC83-966423B1A70C}" type="presParOf" srcId="{0D6EE8C6-73E7-48F2-87D3-E13146FE5A93}" destId="{CA45F476-391D-4AFA-8B5C-0915A2C00EE1}" srcOrd="2" destOrd="0" presId="urn:microsoft.com/office/officeart/2008/layout/LinedList"/>
    <dgm:cxn modelId="{10FBDCF2-61BA-4DF3-890E-130635EA1D42}" type="presParOf" srcId="{0D6EE8C6-73E7-48F2-87D3-E13146FE5A93}" destId="{C227F885-104E-4FE7-BB7F-658F8AEA5D02}" srcOrd="3" destOrd="0" presId="urn:microsoft.com/office/officeart/2008/layout/LinedList"/>
    <dgm:cxn modelId="{93B4491C-1ACF-4C43-B337-69A55C270F58}" type="presParOf" srcId="{C227F885-104E-4FE7-BB7F-658F8AEA5D02}" destId="{91F21D43-281D-436E-B968-37DF17B22F69}" srcOrd="0" destOrd="0" presId="urn:microsoft.com/office/officeart/2008/layout/LinedList"/>
    <dgm:cxn modelId="{22175ABC-8D14-42F6-A4B6-F543ED82A088}" type="presParOf" srcId="{C227F885-104E-4FE7-BB7F-658F8AEA5D02}" destId="{48CAAF0A-867A-48C8-86C2-710CD1147421}" srcOrd="1" destOrd="0" presId="urn:microsoft.com/office/officeart/2008/layout/LinedList"/>
    <dgm:cxn modelId="{BCA1C54F-4667-4A9B-906B-9393C5BB59E0}" type="presParOf" srcId="{0D6EE8C6-73E7-48F2-87D3-E13146FE5A93}" destId="{C30BC79A-AC50-474C-93F9-1C64021EE37E}" srcOrd="4" destOrd="0" presId="urn:microsoft.com/office/officeart/2008/layout/LinedList"/>
    <dgm:cxn modelId="{D00335BE-9BBE-4D91-A150-904F464EF7BF}" type="presParOf" srcId="{0D6EE8C6-73E7-48F2-87D3-E13146FE5A93}" destId="{C4F8BF1E-398A-42CF-92A0-111F0C2B4FF0}" srcOrd="5" destOrd="0" presId="urn:microsoft.com/office/officeart/2008/layout/LinedList"/>
    <dgm:cxn modelId="{96F507B9-6EC9-48E3-89B0-7CE035931B4D}" type="presParOf" srcId="{C4F8BF1E-398A-42CF-92A0-111F0C2B4FF0}" destId="{C0F6A9E5-B89B-40EA-BC95-D297064B5238}" srcOrd="0" destOrd="0" presId="urn:microsoft.com/office/officeart/2008/layout/LinedList"/>
    <dgm:cxn modelId="{5FADF57E-2244-4C4A-B3E8-53A286995CA7}" type="presParOf" srcId="{C4F8BF1E-398A-42CF-92A0-111F0C2B4FF0}" destId="{4FA9DD52-1475-4C37-A4F1-CCE93D39AB91}" srcOrd="1" destOrd="0" presId="urn:microsoft.com/office/officeart/2008/layout/LinedList"/>
    <dgm:cxn modelId="{A9949E5C-BE12-4E14-A4DE-8D096F4A91DD}" type="presParOf" srcId="{4FA9DD52-1475-4C37-A4F1-CCE93D39AB91}" destId="{642CF023-47D3-4A03-8540-DB58B9989603}" srcOrd="0" destOrd="0" presId="urn:microsoft.com/office/officeart/2008/layout/LinedList"/>
    <dgm:cxn modelId="{355C4CAE-D6DA-44DA-BB6C-AA53C5512DE7}" type="presParOf" srcId="{4FA9DD52-1475-4C37-A4F1-CCE93D39AB91}" destId="{8BE9F3C0-C3F5-40BB-BBE7-49DE6F6BC764}" srcOrd="1" destOrd="0" presId="urn:microsoft.com/office/officeart/2008/layout/LinedList"/>
    <dgm:cxn modelId="{A4241550-98C0-460C-9B56-0F12D0EE3E64}" type="presParOf" srcId="{8BE9F3C0-C3F5-40BB-BBE7-49DE6F6BC764}" destId="{553F3127-92B9-4966-BBDC-E058FB5FA770}" srcOrd="0" destOrd="0" presId="urn:microsoft.com/office/officeart/2008/layout/LinedList"/>
    <dgm:cxn modelId="{E99A93F6-2B03-4F60-A32C-3367F724CC88}" type="presParOf" srcId="{8BE9F3C0-C3F5-40BB-BBE7-49DE6F6BC764}" destId="{9E6262FE-133C-4582-BA5A-F21D1B3D93DD}" srcOrd="1" destOrd="0" presId="urn:microsoft.com/office/officeart/2008/layout/LinedList"/>
    <dgm:cxn modelId="{F27C715F-F601-4056-8FD0-8B7FF99B8916}" type="presParOf" srcId="{8BE9F3C0-C3F5-40BB-BBE7-49DE6F6BC764}" destId="{F4EF467B-7FFA-4468-8C13-F7A2617C8734}" srcOrd="2" destOrd="0" presId="urn:microsoft.com/office/officeart/2008/layout/LinedList"/>
    <dgm:cxn modelId="{09F87EDF-E7A0-46A0-A406-AE1F18465608}" type="presParOf" srcId="{4FA9DD52-1475-4C37-A4F1-CCE93D39AB91}" destId="{A942C1FB-B17F-4FC8-8C28-3D983115086E}" srcOrd="2" destOrd="0" presId="urn:microsoft.com/office/officeart/2008/layout/LinedList"/>
    <dgm:cxn modelId="{CBD78F8A-81B5-46E7-9668-629E8C93334A}" type="presParOf" srcId="{4FA9DD52-1475-4C37-A4F1-CCE93D39AB91}" destId="{992A9614-8581-4949-B1B6-2C005369A6CF}" srcOrd="3" destOrd="0" presId="urn:microsoft.com/office/officeart/2008/layout/LinedList"/>
    <dgm:cxn modelId="{D5ADE004-3538-456A-9316-029AA211A43F}" type="presParOf" srcId="{4FA9DD52-1475-4C37-A4F1-CCE93D39AB91}" destId="{1ACE6865-717E-4BB1-BBCF-8796EC13A382}" srcOrd="4" destOrd="0" presId="urn:microsoft.com/office/officeart/2008/layout/LinedList"/>
    <dgm:cxn modelId="{A3681EC2-C482-4375-9E9F-0DD2906BFD08}" type="presParOf" srcId="{1ACE6865-717E-4BB1-BBCF-8796EC13A382}" destId="{FA8144A7-4FED-4836-81FE-AF52B1BBD7E1}" srcOrd="0" destOrd="0" presId="urn:microsoft.com/office/officeart/2008/layout/LinedList"/>
    <dgm:cxn modelId="{BCCAAD6A-FFA0-4230-A41E-1070CA08133F}" type="presParOf" srcId="{1ACE6865-717E-4BB1-BBCF-8796EC13A382}" destId="{E7286E73-69F3-4BD0-8DAB-D2D7EBCE98D4}" srcOrd="1" destOrd="0" presId="urn:microsoft.com/office/officeart/2008/layout/LinedList"/>
    <dgm:cxn modelId="{70FB95C1-4D47-43AE-89F1-6217715ACD90}" type="presParOf" srcId="{1ACE6865-717E-4BB1-BBCF-8796EC13A382}" destId="{30638691-5E5C-4D12-8462-26464DEB1EE0}" srcOrd="2" destOrd="0" presId="urn:microsoft.com/office/officeart/2008/layout/LinedList"/>
    <dgm:cxn modelId="{A831ED47-7664-413A-8C7D-BBF16EFBC4E2}" type="presParOf" srcId="{4FA9DD52-1475-4C37-A4F1-CCE93D39AB91}" destId="{CA24D0C1-8281-4CB4-87FB-C42E78C5D261}" srcOrd="5" destOrd="0" presId="urn:microsoft.com/office/officeart/2008/layout/LinedList"/>
    <dgm:cxn modelId="{6D3C4F1E-2557-47B5-AC78-E29C81F13C71}" type="presParOf" srcId="{4FA9DD52-1475-4C37-A4F1-CCE93D39AB91}" destId="{333506C5-AAE9-41DE-878B-FE25309F46CB}" srcOrd="6" destOrd="0" presId="urn:microsoft.com/office/officeart/2008/layout/LinedList"/>
    <dgm:cxn modelId="{D2C063D4-6CB3-4317-A5DC-A4604D2FE33B}" type="presParOf" srcId="{4FA9DD52-1475-4C37-A4F1-CCE93D39AB91}" destId="{704A7A97-2A5B-4968-BF02-6765D10C817A}" srcOrd="7" destOrd="0" presId="urn:microsoft.com/office/officeart/2008/layout/LinedList"/>
    <dgm:cxn modelId="{44B69A93-5A8C-4611-8F52-10D6F899E290}" type="presParOf" srcId="{704A7A97-2A5B-4968-BF02-6765D10C817A}" destId="{E89E7E5A-D12E-4299-8F8F-B2A83CD8A585}" srcOrd="0" destOrd="0" presId="urn:microsoft.com/office/officeart/2008/layout/LinedList"/>
    <dgm:cxn modelId="{3538A98F-8B03-4C73-A4B5-F8201C258B88}" type="presParOf" srcId="{704A7A97-2A5B-4968-BF02-6765D10C817A}" destId="{B92A3FE0-3091-49DB-A6DC-1554C33450F0}" srcOrd="1" destOrd="0" presId="urn:microsoft.com/office/officeart/2008/layout/LinedList"/>
    <dgm:cxn modelId="{06359E2D-B88A-424B-B3CB-230ED1F9DE36}" type="presParOf" srcId="{704A7A97-2A5B-4968-BF02-6765D10C817A}" destId="{0FF30B14-1C13-45BB-A40C-6C5D1FA2928E}" srcOrd="2" destOrd="0" presId="urn:microsoft.com/office/officeart/2008/layout/LinedList"/>
    <dgm:cxn modelId="{B8053BE6-6DD8-493B-9FAD-259DAE7AEF81}" type="presParOf" srcId="{4FA9DD52-1475-4C37-A4F1-CCE93D39AB91}" destId="{E5E66772-E62E-4B8A-BADA-A030012CFC25}" srcOrd="8" destOrd="0" presId="urn:microsoft.com/office/officeart/2008/layout/LinedList"/>
    <dgm:cxn modelId="{D2D77EAA-B931-4DE0-B164-E6B827AA4E3D}" type="presParOf" srcId="{4FA9DD52-1475-4C37-A4F1-CCE93D39AB91}" destId="{59D67875-94A1-42AF-95F4-9EB0EB1DEE2D}" srcOrd="9" destOrd="0" presId="urn:microsoft.com/office/officeart/2008/layout/LinedList"/>
    <dgm:cxn modelId="{C4254FB3-34E2-4DD7-804E-4497D2DE03B6}" type="presParOf" srcId="{4FA9DD52-1475-4C37-A4F1-CCE93D39AB91}" destId="{92709B63-E9AC-4A98-853D-031266278D6B}" srcOrd="10" destOrd="0" presId="urn:microsoft.com/office/officeart/2008/layout/LinedList"/>
    <dgm:cxn modelId="{9B3846C8-C0A0-4DF7-94C1-7C0FDD0EED0E}" type="presParOf" srcId="{92709B63-E9AC-4A98-853D-031266278D6B}" destId="{844DAA26-5369-4FA4-ACE0-F63571E11E60}" srcOrd="0" destOrd="0" presId="urn:microsoft.com/office/officeart/2008/layout/LinedList"/>
    <dgm:cxn modelId="{7C574756-9591-46BA-A006-F8F71CC228B3}" type="presParOf" srcId="{92709B63-E9AC-4A98-853D-031266278D6B}" destId="{BBCC43DA-7543-40AA-8E55-E32FCED7ED71}" srcOrd="1" destOrd="0" presId="urn:microsoft.com/office/officeart/2008/layout/LinedList"/>
    <dgm:cxn modelId="{42264DE9-C6AC-47B3-B0BC-BF6CA602A6CF}" type="presParOf" srcId="{92709B63-E9AC-4A98-853D-031266278D6B}" destId="{DADB758E-6199-4CE9-96DC-C0E3742CD428}" srcOrd="2" destOrd="0" presId="urn:microsoft.com/office/officeart/2008/layout/LinedList"/>
    <dgm:cxn modelId="{C3576435-DAD2-46A3-B187-38237AC05EEC}" type="presParOf" srcId="{4FA9DD52-1475-4C37-A4F1-CCE93D39AB91}" destId="{0475F259-7FB9-4D97-87DB-9B6733974D75}" srcOrd="11" destOrd="0" presId="urn:microsoft.com/office/officeart/2008/layout/LinedList"/>
    <dgm:cxn modelId="{DE3582C1-B53F-491B-A511-28282EA9C69F}" type="presParOf" srcId="{4FA9DD52-1475-4C37-A4F1-CCE93D39AB91}" destId="{20A83C15-EBAE-4203-8A03-F4973F0FDEBB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508200-4CEB-4D11-B14D-8C71321C8D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CA1C9A0-5819-43C4-85C8-90C2DDE4ED09}">
      <dgm:prSet/>
      <dgm:spPr/>
      <dgm:t>
        <a:bodyPr/>
        <a:lstStyle/>
        <a:p>
          <a:r>
            <a:rPr lang="en-US"/>
            <a:t>Key tables: tblStudents, tblCourses, tblEnrollments, tblWaitlist</a:t>
          </a:r>
        </a:p>
      </dgm:t>
    </dgm:pt>
    <dgm:pt modelId="{C4CFE56E-AABC-48DE-B449-B3AA615EA115}" type="parTrans" cxnId="{AE775D4C-C8FE-498C-877F-7B91ADC49D15}">
      <dgm:prSet/>
      <dgm:spPr/>
      <dgm:t>
        <a:bodyPr/>
        <a:lstStyle/>
        <a:p>
          <a:endParaRPr lang="en-US"/>
        </a:p>
      </dgm:t>
    </dgm:pt>
    <dgm:pt modelId="{0F758D33-5664-454D-8A76-54201EE1BCB6}" type="sibTrans" cxnId="{AE775D4C-C8FE-498C-877F-7B91ADC49D15}">
      <dgm:prSet/>
      <dgm:spPr/>
      <dgm:t>
        <a:bodyPr/>
        <a:lstStyle/>
        <a:p>
          <a:endParaRPr lang="en-US"/>
        </a:p>
      </dgm:t>
    </dgm:pt>
    <dgm:pt modelId="{425EBE69-0985-4C72-B122-63ABE0F66AB8}">
      <dgm:prSet/>
      <dgm:spPr/>
      <dgm:t>
        <a:bodyPr/>
        <a:lstStyle/>
        <a:p>
          <a:r>
            <a:rPr lang="en-US"/>
            <a:t>PII stored encrypted: *_enc columns for sensitive fields</a:t>
          </a:r>
        </a:p>
      </dgm:t>
    </dgm:pt>
    <dgm:pt modelId="{CDED58AA-C03D-4551-9C87-D8319FB4D7F7}" type="parTrans" cxnId="{7F351789-7925-4521-810E-679A9CBF204B}">
      <dgm:prSet/>
      <dgm:spPr/>
      <dgm:t>
        <a:bodyPr/>
        <a:lstStyle/>
        <a:p>
          <a:endParaRPr lang="en-US"/>
        </a:p>
      </dgm:t>
    </dgm:pt>
    <dgm:pt modelId="{63FAFD55-D389-4729-9161-2E86DCD0EEAE}" type="sibTrans" cxnId="{7F351789-7925-4521-810E-679A9CBF204B}">
      <dgm:prSet/>
      <dgm:spPr/>
      <dgm:t>
        <a:bodyPr/>
        <a:lstStyle/>
        <a:p>
          <a:endParaRPr lang="en-US"/>
        </a:p>
      </dgm:t>
    </dgm:pt>
    <dgm:pt modelId="{CEA6F30D-E746-4282-B2A4-8A12E55EBE14}">
      <dgm:prSet/>
      <dgm:spPr/>
      <dgm:t>
        <a:bodyPr/>
        <a:lstStyle/>
        <a:p>
          <a:r>
            <a:rPr lang="en-US"/>
            <a:t>Indexes and unique constraints for performance and integrity</a:t>
          </a:r>
        </a:p>
      </dgm:t>
    </dgm:pt>
    <dgm:pt modelId="{F62635AF-1153-4F31-BD19-7CC8F9E231A2}" type="parTrans" cxnId="{79BB8E37-D007-41A7-8AAF-437FF1CE44C3}">
      <dgm:prSet/>
      <dgm:spPr/>
      <dgm:t>
        <a:bodyPr/>
        <a:lstStyle/>
        <a:p>
          <a:endParaRPr lang="en-US"/>
        </a:p>
      </dgm:t>
    </dgm:pt>
    <dgm:pt modelId="{033A41B5-24B4-4458-BE20-0264659AC5DF}" type="sibTrans" cxnId="{79BB8E37-D007-41A7-8AAF-437FF1CE44C3}">
      <dgm:prSet/>
      <dgm:spPr/>
      <dgm:t>
        <a:bodyPr/>
        <a:lstStyle/>
        <a:p>
          <a:endParaRPr lang="en-US"/>
        </a:p>
      </dgm:t>
    </dgm:pt>
    <dgm:pt modelId="{8FD3C4D8-74E3-4AAD-A30E-24D89DD314B8}">
      <dgm:prSet/>
      <dgm:spPr/>
      <dgm:t>
        <a:bodyPr/>
        <a:lstStyle/>
        <a:p>
          <a:r>
            <a:rPr lang="en-US"/>
            <a:t>Schema and seed files: backend/sql/schema.sql, backend/sql/course_inserts.sql</a:t>
          </a:r>
        </a:p>
      </dgm:t>
    </dgm:pt>
    <dgm:pt modelId="{C4B6C8A9-4927-40D4-A169-78F41BC702A2}" type="parTrans" cxnId="{7B6E8E58-8DD3-4818-9343-1743957B53BB}">
      <dgm:prSet/>
      <dgm:spPr/>
      <dgm:t>
        <a:bodyPr/>
        <a:lstStyle/>
        <a:p>
          <a:endParaRPr lang="en-US"/>
        </a:p>
      </dgm:t>
    </dgm:pt>
    <dgm:pt modelId="{0F0595B0-6877-4FD8-92E5-66F9E6DAAC84}" type="sibTrans" cxnId="{7B6E8E58-8DD3-4818-9343-1743957B53BB}">
      <dgm:prSet/>
      <dgm:spPr/>
      <dgm:t>
        <a:bodyPr/>
        <a:lstStyle/>
        <a:p>
          <a:endParaRPr lang="en-US"/>
        </a:p>
      </dgm:t>
    </dgm:pt>
    <dgm:pt modelId="{FEB7F0F3-B030-4BBF-822B-0D12972AA1A6}" type="pres">
      <dgm:prSet presAssocID="{BD508200-4CEB-4D11-B14D-8C71321C8D53}" presName="root" presStyleCnt="0">
        <dgm:presLayoutVars>
          <dgm:dir/>
          <dgm:resizeHandles val="exact"/>
        </dgm:presLayoutVars>
      </dgm:prSet>
      <dgm:spPr/>
    </dgm:pt>
    <dgm:pt modelId="{4DEC1E5E-9400-4D7C-BC4F-1198123E530D}" type="pres">
      <dgm:prSet presAssocID="{3CA1C9A0-5819-43C4-85C8-90C2DDE4ED09}" presName="compNode" presStyleCnt="0"/>
      <dgm:spPr/>
    </dgm:pt>
    <dgm:pt modelId="{3F88235D-FD22-4AF4-9D86-48A7C3BEDE7F}" type="pres">
      <dgm:prSet presAssocID="{3CA1C9A0-5819-43C4-85C8-90C2DDE4ED09}" presName="bgRect" presStyleLbl="bgShp" presStyleIdx="0" presStyleCnt="4"/>
      <dgm:spPr/>
    </dgm:pt>
    <dgm:pt modelId="{6485DAD1-3588-4275-B074-0A556678F703}" type="pres">
      <dgm:prSet presAssocID="{3CA1C9A0-5819-43C4-85C8-90C2DDE4ED0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2097767-9D0E-4925-9D48-B5451DE2B8FE}" type="pres">
      <dgm:prSet presAssocID="{3CA1C9A0-5819-43C4-85C8-90C2DDE4ED09}" presName="spaceRect" presStyleCnt="0"/>
      <dgm:spPr/>
    </dgm:pt>
    <dgm:pt modelId="{07ACFBA4-64E1-4A2B-85EC-DA9FDEBC8C7F}" type="pres">
      <dgm:prSet presAssocID="{3CA1C9A0-5819-43C4-85C8-90C2DDE4ED09}" presName="parTx" presStyleLbl="revTx" presStyleIdx="0" presStyleCnt="4">
        <dgm:presLayoutVars>
          <dgm:chMax val="0"/>
          <dgm:chPref val="0"/>
        </dgm:presLayoutVars>
      </dgm:prSet>
      <dgm:spPr/>
    </dgm:pt>
    <dgm:pt modelId="{48739248-CCDD-4F19-B851-C8A7C6089B88}" type="pres">
      <dgm:prSet presAssocID="{0F758D33-5664-454D-8A76-54201EE1BCB6}" presName="sibTrans" presStyleCnt="0"/>
      <dgm:spPr/>
    </dgm:pt>
    <dgm:pt modelId="{79EABC13-D395-4F1A-924C-BF9574B84FD2}" type="pres">
      <dgm:prSet presAssocID="{425EBE69-0985-4C72-B122-63ABE0F66AB8}" presName="compNode" presStyleCnt="0"/>
      <dgm:spPr/>
    </dgm:pt>
    <dgm:pt modelId="{FE17EDF2-8C6E-4A29-8B9C-403085DBADFF}" type="pres">
      <dgm:prSet presAssocID="{425EBE69-0985-4C72-B122-63ABE0F66AB8}" presName="bgRect" presStyleLbl="bgShp" presStyleIdx="1" presStyleCnt="4"/>
      <dgm:spPr/>
    </dgm:pt>
    <dgm:pt modelId="{A64DC38C-6D0F-4AF3-B94C-CEBC8D321D9C}" type="pres">
      <dgm:prSet presAssocID="{425EBE69-0985-4C72-B122-63ABE0F66A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328DADD-4DB0-4349-82C0-043D53659B31}" type="pres">
      <dgm:prSet presAssocID="{425EBE69-0985-4C72-B122-63ABE0F66AB8}" presName="spaceRect" presStyleCnt="0"/>
      <dgm:spPr/>
    </dgm:pt>
    <dgm:pt modelId="{79C9348C-C25A-413E-AE01-2BEE55950197}" type="pres">
      <dgm:prSet presAssocID="{425EBE69-0985-4C72-B122-63ABE0F66AB8}" presName="parTx" presStyleLbl="revTx" presStyleIdx="1" presStyleCnt="4">
        <dgm:presLayoutVars>
          <dgm:chMax val="0"/>
          <dgm:chPref val="0"/>
        </dgm:presLayoutVars>
      </dgm:prSet>
      <dgm:spPr/>
    </dgm:pt>
    <dgm:pt modelId="{E98327C8-2E3A-4B0C-AC3B-CD40C44EA111}" type="pres">
      <dgm:prSet presAssocID="{63FAFD55-D389-4729-9161-2E86DCD0EEAE}" presName="sibTrans" presStyleCnt="0"/>
      <dgm:spPr/>
    </dgm:pt>
    <dgm:pt modelId="{CCAEAB56-B08C-4D95-8C30-AB8352EFBEE2}" type="pres">
      <dgm:prSet presAssocID="{CEA6F30D-E746-4282-B2A4-8A12E55EBE14}" presName="compNode" presStyleCnt="0"/>
      <dgm:spPr/>
    </dgm:pt>
    <dgm:pt modelId="{08D519E5-17CD-403E-9EB0-0FEC225506E4}" type="pres">
      <dgm:prSet presAssocID="{CEA6F30D-E746-4282-B2A4-8A12E55EBE14}" presName="bgRect" presStyleLbl="bgShp" presStyleIdx="2" presStyleCnt="4"/>
      <dgm:spPr/>
    </dgm:pt>
    <dgm:pt modelId="{3D030984-D60A-40CD-8EFE-1976C1E244B0}" type="pres">
      <dgm:prSet presAssocID="{CEA6F30D-E746-4282-B2A4-8A12E55EBE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64AD760-BAD0-464B-98EF-BF2FD2945F83}" type="pres">
      <dgm:prSet presAssocID="{CEA6F30D-E746-4282-B2A4-8A12E55EBE14}" presName="spaceRect" presStyleCnt="0"/>
      <dgm:spPr/>
    </dgm:pt>
    <dgm:pt modelId="{6D458360-FB84-4BA5-80F6-67A4D7706318}" type="pres">
      <dgm:prSet presAssocID="{CEA6F30D-E746-4282-B2A4-8A12E55EBE14}" presName="parTx" presStyleLbl="revTx" presStyleIdx="2" presStyleCnt="4">
        <dgm:presLayoutVars>
          <dgm:chMax val="0"/>
          <dgm:chPref val="0"/>
        </dgm:presLayoutVars>
      </dgm:prSet>
      <dgm:spPr/>
    </dgm:pt>
    <dgm:pt modelId="{B1140184-9CA9-44FC-A1C5-6E383C82B635}" type="pres">
      <dgm:prSet presAssocID="{033A41B5-24B4-4458-BE20-0264659AC5DF}" presName="sibTrans" presStyleCnt="0"/>
      <dgm:spPr/>
    </dgm:pt>
    <dgm:pt modelId="{34F6AC97-044D-4EF5-B852-B53A60C882D2}" type="pres">
      <dgm:prSet presAssocID="{8FD3C4D8-74E3-4AAD-A30E-24D89DD314B8}" presName="compNode" presStyleCnt="0"/>
      <dgm:spPr/>
    </dgm:pt>
    <dgm:pt modelId="{F269C657-150E-4D14-B650-B74050B9A49A}" type="pres">
      <dgm:prSet presAssocID="{8FD3C4D8-74E3-4AAD-A30E-24D89DD314B8}" presName="bgRect" presStyleLbl="bgShp" presStyleIdx="3" presStyleCnt="4"/>
      <dgm:spPr/>
    </dgm:pt>
    <dgm:pt modelId="{215C3A8B-73AE-4B9F-A764-0F93FCF595DF}" type="pres">
      <dgm:prSet presAssocID="{8FD3C4D8-74E3-4AAD-A30E-24D89DD314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C2DE7A5-307E-4D96-9261-7CCAF354D2AD}" type="pres">
      <dgm:prSet presAssocID="{8FD3C4D8-74E3-4AAD-A30E-24D89DD314B8}" presName="spaceRect" presStyleCnt="0"/>
      <dgm:spPr/>
    </dgm:pt>
    <dgm:pt modelId="{E1DF06BE-B81F-4A03-ABAC-15195D27060F}" type="pres">
      <dgm:prSet presAssocID="{8FD3C4D8-74E3-4AAD-A30E-24D89DD314B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9BB8E37-D007-41A7-8AAF-437FF1CE44C3}" srcId="{BD508200-4CEB-4D11-B14D-8C71321C8D53}" destId="{CEA6F30D-E746-4282-B2A4-8A12E55EBE14}" srcOrd="2" destOrd="0" parTransId="{F62635AF-1153-4F31-BD19-7CC8F9E231A2}" sibTransId="{033A41B5-24B4-4458-BE20-0264659AC5DF}"/>
    <dgm:cxn modelId="{1D6B886A-4398-48DA-BC46-F3CA035F4F61}" type="presOf" srcId="{3CA1C9A0-5819-43C4-85C8-90C2DDE4ED09}" destId="{07ACFBA4-64E1-4A2B-85EC-DA9FDEBC8C7F}" srcOrd="0" destOrd="0" presId="urn:microsoft.com/office/officeart/2018/2/layout/IconVerticalSolidList"/>
    <dgm:cxn modelId="{AE775D4C-C8FE-498C-877F-7B91ADC49D15}" srcId="{BD508200-4CEB-4D11-B14D-8C71321C8D53}" destId="{3CA1C9A0-5819-43C4-85C8-90C2DDE4ED09}" srcOrd="0" destOrd="0" parTransId="{C4CFE56E-AABC-48DE-B449-B3AA615EA115}" sibTransId="{0F758D33-5664-454D-8A76-54201EE1BCB6}"/>
    <dgm:cxn modelId="{7B6E8E58-8DD3-4818-9343-1743957B53BB}" srcId="{BD508200-4CEB-4D11-B14D-8C71321C8D53}" destId="{8FD3C4D8-74E3-4AAD-A30E-24D89DD314B8}" srcOrd="3" destOrd="0" parTransId="{C4B6C8A9-4927-40D4-A169-78F41BC702A2}" sibTransId="{0F0595B0-6877-4FD8-92E5-66F9E6DAAC84}"/>
    <dgm:cxn modelId="{61DC0D89-6E86-4F9C-BBAC-80CA74E327D9}" type="presOf" srcId="{BD508200-4CEB-4D11-B14D-8C71321C8D53}" destId="{FEB7F0F3-B030-4BBF-822B-0D12972AA1A6}" srcOrd="0" destOrd="0" presId="urn:microsoft.com/office/officeart/2018/2/layout/IconVerticalSolidList"/>
    <dgm:cxn modelId="{7F351789-7925-4521-810E-679A9CBF204B}" srcId="{BD508200-4CEB-4D11-B14D-8C71321C8D53}" destId="{425EBE69-0985-4C72-B122-63ABE0F66AB8}" srcOrd="1" destOrd="0" parTransId="{CDED58AA-C03D-4551-9C87-D8319FB4D7F7}" sibTransId="{63FAFD55-D389-4729-9161-2E86DCD0EEAE}"/>
    <dgm:cxn modelId="{641C31C5-A276-4B41-A05D-F6CC0483E21C}" type="presOf" srcId="{8FD3C4D8-74E3-4AAD-A30E-24D89DD314B8}" destId="{E1DF06BE-B81F-4A03-ABAC-15195D27060F}" srcOrd="0" destOrd="0" presId="urn:microsoft.com/office/officeart/2018/2/layout/IconVerticalSolidList"/>
    <dgm:cxn modelId="{878883C8-CFC7-473B-AF80-EEEB7A538740}" type="presOf" srcId="{CEA6F30D-E746-4282-B2A4-8A12E55EBE14}" destId="{6D458360-FB84-4BA5-80F6-67A4D7706318}" srcOrd="0" destOrd="0" presId="urn:microsoft.com/office/officeart/2018/2/layout/IconVerticalSolidList"/>
    <dgm:cxn modelId="{0A19B1D7-D182-4CF8-9796-B0C6FA5BD1FE}" type="presOf" srcId="{425EBE69-0985-4C72-B122-63ABE0F66AB8}" destId="{79C9348C-C25A-413E-AE01-2BEE55950197}" srcOrd="0" destOrd="0" presId="urn:microsoft.com/office/officeart/2018/2/layout/IconVerticalSolidList"/>
    <dgm:cxn modelId="{DA94C3F7-4584-492A-833E-AFA97FD9E1D3}" type="presParOf" srcId="{FEB7F0F3-B030-4BBF-822B-0D12972AA1A6}" destId="{4DEC1E5E-9400-4D7C-BC4F-1198123E530D}" srcOrd="0" destOrd="0" presId="urn:microsoft.com/office/officeart/2018/2/layout/IconVerticalSolidList"/>
    <dgm:cxn modelId="{A7C1EB7C-4114-4BB4-BF9A-3A04E54A7CC9}" type="presParOf" srcId="{4DEC1E5E-9400-4D7C-BC4F-1198123E530D}" destId="{3F88235D-FD22-4AF4-9D86-48A7C3BEDE7F}" srcOrd="0" destOrd="0" presId="urn:microsoft.com/office/officeart/2018/2/layout/IconVerticalSolidList"/>
    <dgm:cxn modelId="{D321E4E4-E5F2-48B9-B9AD-24F3A90C3CC6}" type="presParOf" srcId="{4DEC1E5E-9400-4D7C-BC4F-1198123E530D}" destId="{6485DAD1-3588-4275-B074-0A556678F703}" srcOrd="1" destOrd="0" presId="urn:microsoft.com/office/officeart/2018/2/layout/IconVerticalSolidList"/>
    <dgm:cxn modelId="{8F87C330-F247-4735-890F-4CC6BE2D2C14}" type="presParOf" srcId="{4DEC1E5E-9400-4D7C-BC4F-1198123E530D}" destId="{C2097767-9D0E-4925-9D48-B5451DE2B8FE}" srcOrd="2" destOrd="0" presId="urn:microsoft.com/office/officeart/2018/2/layout/IconVerticalSolidList"/>
    <dgm:cxn modelId="{9F3A02E7-395C-4A35-B061-62F1B7807A1F}" type="presParOf" srcId="{4DEC1E5E-9400-4D7C-BC4F-1198123E530D}" destId="{07ACFBA4-64E1-4A2B-85EC-DA9FDEBC8C7F}" srcOrd="3" destOrd="0" presId="urn:microsoft.com/office/officeart/2018/2/layout/IconVerticalSolidList"/>
    <dgm:cxn modelId="{0AC085AE-B4A0-409B-9D77-59DE0DF37274}" type="presParOf" srcId="{FEB7F0F3-B030-4BBF-822B-0D12972AA1A6}" destId="{48739248-CCDD-4F19-B851-C8A7C6089B88}" srcOrd="1" destOrd="0" presId="urn:microsoft.com/office/officeart/2018/2/layout/IconVerticalSolidList"/>
    <dgm:cxn modelId="{1EF7AEA2-1315-4545-914F-F8982088AF24}" type="presParOf" srcId="{FEB7F0F3-B030-4BBF-822B-0D12972AA1A6}" destId="{79EABC13-D395-4F1A-924C-BF9574B84FD2}" srcOrd="2" destOrd="0" presId="urn:microsoft.com/office/officeart/2018/2/layout/IconVerticalSolidList"/>
    <dgm:cxn modelId="{8CAABA0A-DBED-429C-82B8-3DBAFD214EBD}" type="presParOf" srcId="{79EABC13-D395-4F1A-924C-BF9574B84FD2}" destId="{FE17EDF2-8C6E-4A29-8B9C-403085DBADFF}" srcOrd="0" destOrd="0" presId="urn:microsoft.com/office/officeart/2018/2/layout/IconVerticalSolidList"/>
    <dgm:cxn modelId="{AC4FF74B-2702-49A4-8C21-91F386147259}" type="presParOf" srcId="{79EABC13-D395-4F1A-924C-BF9574B84FD2}" destId="{A64DC38C-6D0F-4AF3-B94C-CEBC8D321D9C}" srcOrd="1" destOrd="0" presId="urn:microsoft.com/office/officeart/2018/2/layout/IconVerticalSolidList"/>
    <dgm:cxn modelId="{03B2008C-8210-4095-954A-DB5125B9880C}" type="presParOf" srcId="{79EABC13-D395-4F1A-924C-BF9574B84FD2}" destId="{8328DADD-4DB0-4349-82C0-043D53659B31}" srcOrd="2" destOrd="0" presId="urn:microsoft.com/office/officeart/2018/2/layout/IconVerticalSolidList"/>
    <dgm:cxn modelId="{4B268A37-B937-4BC4-9B56-A34C4521641D}" type="presParOf" srcId="{79EABC13-D395-4F1A-924C-BF9574B84FD2}" destId="{79C9348C-C25A-413E-AE01-2BEE55950197}" srcOrd="3" destOrd="0" presId="urn:microsoft.com/office/officeart/2018/2/layout/IconVerticalSolidList"/>
    <dgm:cxn modelId="{25AE139E-C6B5-49E7-8AF8-1AB70E8D39CE}" type="presParOf" srcId="{FEB7F0F3-B030-4BBF-822B-0D12972AA1A6}" destId="{E98327C8-2E3A-4B0C-AC3B-CD40C44EA111}" srcOrd="3" destOrd="0" presId="urn:microsoft.com/office/officeart/2018/2/layout/IconVerticalSolidList"/>
    <dgm:cxn modelId="{82684163-7BD0-4C0C-8620-7B66682A3521}" type="presParOf" srcId="{FEB7F0F3-B030-4BBF-822B-0D12972AA1A6}" destId="{CCAEAB56-B08C-4D95-8C30-AB8352EFBEE2}" srcOrd="4" destOrd="0" presId="urn:microsoft.com/office/officeart/2018/2/layout/IconVerticalSolidList"/>
    <dgm:cxn modelId="{A3E5B852-9EE1-4D73-A94D-CBC2EA81BE0D}" type="presParOf" srcId="{CCAEAB56-B08C-4D95-8C30-AB8352EFBEE2}" destId="{08D519E5-17CD-403E-9EB0-0FEC225506E4}" srcOrd="0" destOrd="0" presId="urn:microsoft.com/office/officeart/2018/2/layout/IconVerticalSolidList"/>
    <dgm:cxn modelId="{A63322D8-4D2F-4F1A-B7DB-4CB43E4E0960}" type="presParOf" srcId="{CCAEAB56-B08C-4D95-8C30-AB8352EFBEE2}" destId="{3D030984-D60A-40CD-8EFE-1976C1E244B0}" srcOrd="1" destOrd="0" presId="urn:microsoft.com/office/officeart/2018/2/layout/IconVerticalSolidList"/>
    <dgm:cxn modelId="{AA247562-5CF4-4438-9CE3-219D226DA716}" type="presParOf" srcId="{CCAEAB56-B08C-4D95-8C30-AB8352EFBEE2}" destId="{164AD760-BAD0-464B-98EF-BF2FD2945F83}" srcOrd="2" destOrd="0" presId="urn:microsoft.com/office/officeart/2018/2/layout/IconVerticalSolidList"/>
    <dgm:cxn modelId="{7AA0496B-DE7A-432A-A8BC-4112FA2B02F3}" type="presParOf" srcId="{CCAEAB56-B08C-4D95-8C30-AB8352EFBEE2}" destId="{6D458360-FB84-4BA5-80F6-67A4D7706318}" srcOrd="3" destOrd="0" presId="urn:microsoft.com/office/officeart/2018/2/layout/IconVerticalSolidList"/>
    <dgm:cxn modelId="{E799A0EF-40D0-48DB-93A4-AF849E14128E}" type="presParOf" srcId="{FEB7F0F3-B030-4BBF-822B-0D12972AA1A6}" destId="{B1140184-9CA9-44FC-A1C5-6E383C82B635}" srcOrd="5" destOrd="0" presId="urn:microsoft.com/office/officeart/2018/2/layout/IconVerticalSolidList"/>
    <dgm:cxn modelId="{3341BE0B-56D7-4B8D-A863-8140E3348AA9}" type="presParOf" srcId="{FEB7F0F3-B030-4BBF-822B-0D12972AA1A6}" destId="{34F6AC97-044D-4EF5-B852-B53A60C882D2}" srcOrd="6" destOrd="0" presId="urn:microsoft.com/office/officeart/2018/2/layout/IconVerticalSolidList"/>
    <dgm:cxn modelId="{69D3614B-B397-4C0E-93E6-9D95778805BA}" type="presParOf" srcId="{34F6AC97-044D-4EF5-B852-B53A60C882D2}" destId="{F269C657-150E-4D14-B650-B74050B9A49A}" srcOrd="0" destOrd="0" presId="urn:microsoft.com/office/officeart/2018/2/layout/IconVerticalSolidList"/>
    <dgm:cxn modelId="{10ABEE0D-FE60-4DD7-A90B-385C605A6EF2}" type="presParOf" srcId="{34F6AC97-044D-4EF5-B852-B53A60C882D2}" destId="{215C3A8B-73AE-4B9F-A764-0F93FCF595DF}" srcOrd="1" destOrd="0" presId="urn:microsoft.com/office/officeart/2018/2/layout/IconVerticalSolidList"/>
    <dgm:cxn modelId="{ACE6727F-86B0-4003-8A1F-EBEB94B345D1}" type="presParOf" srcId="{34F6AC97-044D-4EF5-B852-B53A60C882D2}" destId="{0C2DE7A5-307E-4D96-9261-7CCAF354D2AD}" srcOrd="2" destOrd="0" presId="urn:microsoft.com/office/officeart/2018/2/layout/IconVerticalSolidList"/>
    <dgm:cxn modelId="{0BC7EA7A-5CE1-45D5-B8AC-D8D427E61D59}" type="presParOf" srcId="{34F6AC97-044D-4EF5-B852-B53A60C882D2}" destId="{E1DF06BE-B81F-4A03-ABAC-15195D2706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DDC90D-E7F1-4506-9051-002B8B6BE77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5E3791-D4AA-49B4-9BFF-BB3436054394}">
      <dgm:prSet/>
      <dgm:spPr/>
      <dgm:t>
        <a:bodyPr/>
        <a:lstStyle/>
        <a:p>
          <a:r>
            <a:rPr lang="en-US"/>
            <a:t>Landing page: </a:t>
          </a:r>
        </a:p>
      </dgm:t>
    </dgm:pt>
    <dgm:pt modelId="{A1B70F87-963D-4AB4-8D3B-4EEC64DEF1DC}" type="parTrans" cxnId="{2D4E08DB-9359-4D24-9730-6765728EFD31}">
      <dgm:prSet/>
      <dgm:spPr/>
      <dgm:t>
        <a:bodyPr/>
        <a:lstStyle/>
        <a:p>
          <a:endParaRPr lang="en-US"/>
        </a:p>
      </dgm:t>
    </dgm:pt>
    <dgm:pt modelId="{93BE9AE1-A11D-400C-84FC-DD4FEEF52771}" type="sibTrans" cxnId="{2D4E08DB-9359-4D24-9730-6765728EFD31}">
      <dgm:prSet/>
      <dgm:spPr/>
      <dgm:t>
        <a:bodyPr/>
        <a:lstStyle/>
        <a:p>
          <a:endParaRPr lang="en-US"/>
        </a:p>
      </dgm:t>
    </dgm:pt>
    <dgm:pt modelId="{88EC1AC1-51F5-46F4-A567-BF4A11EA5FB1}">
      <dgm:prSet/>
      <dgm:spPr/>
      <dgm:t>
        <a:bodyPr/>
        <a:lstStyle/>
        <a:p>
          <a:r>
            <a:rPr lang="en-US"/>
            <a:t>links and session-aware navigation</a:t>
          </a:r>
        </a:p>
      </dgm:t>
    </dgm:pt>
    <dgm:pt modelId="{7EE74BE1-DBDC-4F20-8FDC-BE1F7A521A44}" type="parTrans" cxnId="{FE294507-E8FA-4429-928D-62BBB334F6F4}">
      <dgm:prSet/>
      <dgm:spPr/>
      <dgm:t>
        <a:bodyPr/>
        <a:lstStyle/>
        <a:p>
          <a:endParaRPr lang="en-US"/>
        </a:p>
      </dgm:t>
    </dgm:pt>
    <dgm:pt modelId="{52B1AABD-BC78-4563-BC8C-97BBF8FD13EC}" type="sibTrans" cxnId="{FE294507-E8FA-4429-928D-62BBB334F6F4}">
      <dgm:prSet/>
      <dgm:spPr/>
      <dgm:t>
        <a:bodyPr/>
        <a:lstStyle/>
        <a:p>
          <a:endParaRPr lang="en-US"/>
        </a:p>
      </dgm:t>
    </dgm:pt>
    <dgm:pt modelId="{2AFC3BBE-CC02-41A0-AA40-7C5B897144AC}">
      <dgm:prSet/>
      <dgm:spPr/>
      <dgm:t>
        <a:bodyPr/>
        <a:lstStyle/>
        <a:p>
          <a:r>
            <a:rPr lang="en-US"/>
            <a:t>Login: </a:t>
          </a:r>
        </a:p>
      </dgm:t>
    </dgm:pt>
    <dgm:pt modelId="{CF20BB57-7F1F-439B-A187-4ECF172F1CAA}" type="parTrans" cxnId="{7DCBD10E-A28A-4651-A4F8-9264EF135D16}">
      <dgm:prSet/>
      <dgm:spPr/>
      <dgm:t>
        <a:bodyPr/>
        <a:lstStyle/>
        <a:p>
          <a:endParaRPr lang="en-US"/>
        </a:p>
      </dgm:t>
    </dgm:pt>
    <dgm:pt modelId="{91176499-70CE-4DA1-9808-9B0587EB7614}" type="sibTrans" cxnId="{7DCBD10E-A28A-4651-A4F8-9264EF135D16}">
      <dgm:prSet/>
      <dgm:spPr/>
      <dgm:t>
        <a:bodyPr/>
        <a:lstStyle/>
        <a:p>
          <a:endParaRPr lang="en-US"/>
        </a:p>
      </dgm:t>
    </dgm:pt>
    <dgm:pt modelId="{EE1321BA-4848-4F9C-948D-2E7E612EDA44}">
      <dgm:prSet/>
      <dgm:spPr/>
      <dgm:t>
        <a:bodyPr/>
        <a:lstStyle/>
        <a:p>
          <a:r>
            <a:rPr lang="en-US"/>
            <a:t>POST to backend/api/login.php with CSRF token from csrf.php</a:t>
          </a:r>
        </a:p>
      </dgm:t>
    </dgm:pt>
    <dgm:pt modelId="{70EFD17E-5FFD-4EF8-B028-3FC38F9AAAF2}" type="parTrans" cxnId="{B5A8D8FE-7F3E-467B-BE6D-5D3D1B26F83B}">
      <dgm:prSet/>
      <dgm:spPr/>
      <dgm:t>
        <a:bodyPr/>
        <a:lstStyle/>
        <a:p>
          <a:endParaRPr lang="en-US"/>
        </a:p>
      </dgm:t>
    </dgm:pt>
    <dgm:pt modelId="{B165FCAF-7839-469F-BCEC-84CDD7AD807B}" type="sibTrans" cxnId="{B5A8D8FE-7F3E-467B-BE6D-5D3D1B26F83B}">
      <dgm:prSet/>
      <dgm:spPr/>
      <dgm:t>
        <a:bodyPr/>
        <a:lstStyle/>
        <a:p>
          <a:endParaRPr lang="en-US"/>
        </a:p>
      </dgm:t>
    </dgm:pt>
    <dgm:pt modelId="{63F59782-BCF5-4105-8856-6AB638B572C3}">
      <dgm:prSet/>
      <dgm:spPr/>
      <dgm:t>
        <a:bodyPr/>
        <a:lstStyle/>
        <a:p>
          <a:r>
            <a:rPr lang="en-US"/>
            <a:t>Profile: </a:t>
          </a:r>
        </a:p>
      </dgm:t>
    </dgm:pt>
    <dgm:pt modelId="{BA3E69C5-36EF-40EF-AEBA-CA22BA0C322F}" type="parTrans" cxnId="{9421B257-95F7-44FF-8337-D2D4F776B61E}">
      <dgm:prSet/>
      <dgm:spPr/>
      <dgm:t>
        <a:bodyPr/>
        <a:lstStyle/>
        <a:p>
          <a:endParaRPr lang="en-US"/>
        </a:p>
      </dgm:t>
    </dgm:pt>
    <dgm:pt modelId="{5D070BC8-06B0-485A-A181-149164D74162}" type="sibTrans" cxnId="{9421B257-95F7-44FF-8337-D2D4F776B61E}">
      <dgm:prSet/>
      <dgm:spPr/>
      <dgm:t>
        <a:bodyPr/>
        <a:lstStyle/>
        <a:p>
          <a:endParaRPr lang="en-US"/>
        </a:p>
      </dgm:t>
    </dgm:pt>
    <dgm:pt modelId="{BC570DB8-5674-49DF-A911-E3AE22D4F11B}">
      <dgm:prSet/>
      <dgm:spPr/>
      <dgm:t>
        <a:bodyPr/>
        <a:lstStyle/>
        <a:p>
          <a:r>
            <a:rPr lang="en-US"/>
            <a:t>frontend/site/profile.html + frontend/site/js/profile.js</a:t>
          </a:r>
        </a:p>
      </dgm:t>
    </dgm:pt>
    <dgm:pt modelId="{5B311C2D-F466-4CB0-9B0B-84AE11998305}" type="parTrans" cxnId="{FA363BC8-E5BF-4A8D-9C8A-FF3FF38784A5}">
      <dgm:prSet/>
      <dgm:spPr/>
      <dgm:t>
        <a:bodyPr/>
        <a:lstStyle/>
        <a:p>
          <a:endParaRPr lang="en-US"/>
        </a:p>
      </dgm:t>
    </dgm:pt>
    <dgm:pt modelId="{651B58AB-5DB5-4434-9646-6768A95F583B}" type="sibTrans" cxnId="{FA363BC8-E5BF-4A8D-9C8A-FF3FF38784A5}">
      <dgm:prSet/>
      <dgm:spPr/>
      <dgm:t>
        <a:bodyPr/>
        <a:lstStyle/>
        <a:p>
          <a:endParaRPr lang="en-US"/>
        </a:p>
      </dgm:t>
    </dgm:pt>
    <dgm:pt modelId="{2C6DADEC-3B1F-439C-BEF9-24ACC79A68A8}">
      <dgm:prSet/>
      <dgm:spPr/>
      <dgm:t>
        <a:bodyPr/>
        <a:lstStyle/>
        <a:p>
          <a:r>
            <a:rPr lang="en-US"/>
            <a:t>Fetches profile_get.php and courses.php for rendering</a:t>
          </a:r>
        </a:p>
      </dgm:t>
    </dgm:pt>
    <dgm:pt modelId="{73228177-94BE-4C0D-945B-A3AFEF553049}" type="parTrans" cxnId="{BD5C0C19-ADE6-48FD-885D-1AB5A88D16E2}">
      <dgm:prSet/>
      <dgm:spPr/>
      <dgm:t>
        <a:bodyPr/>
        <a:lstStyle/>
        <a:p>
          <a:endParaRPr lang="en-US"/>
        </a:p>
      </dgm:t>
    </dgm:pt>
    <dgm:pt modelId="{15D84774-7D4B-4780-A04F-3FD8895240C0}" type="sibTrans" cxnId="{BD5C0C19-ADE6-48FD-885D-1AB5A88D16E2}">
      <dgm:prSet/>
      <dgm:spPr/>
      <dgm:t>
        <a:bodyPr/>
        <a:lstStyle/>
        <a:p>
          <a:endParaRPr lang="en-US"/>
        </a:p>
      </dgm:t>
    </dgm:pt>
    <dgm:pt modelId="{63ABA2AD-6EDE-4C23-B93C-7A0A4F5E7FC8}" type="pres">
      <dgm:prSet presAssocID="{9FDDC90D-E7F1-4506-9051-002B8B6BE77C}" presName="linear" presStyleCnt="0">
        <dgm:presLayoutVars>
          <dgm:animLvl val="lvl"/>
          <dgm:resizeHandles val="exact"/>
        </dgm:presLayoutVars>
      </dgm:prSet>
      <dgm:spPr/>
    </dgm:pt>
    <dgm:pt modelId="{41DF53F0-FAFB-49F5-8CDF-A2DBAD32654C}" type="pres">
      <dgm:prSet presAssocID="{865E3791-D4AA-49B4-9BFF-BB34360543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077A8A2-AD30-4B49-AD2A-49A7BF6D43F4}" type="pres">
      <dgm:prSet presAssocID="{865E3791-D4AA-49B4-9BFF-BB3436054394}" presName="childText" presStyleLbl="revTx" presStyleIdx="0" presStyleCnt="3">
        <dgm:presLayoutVars>
          <dgm:bulletEnabled val="1"/>
        </dgm:presLayoutVars>
      </dgm:prSet>
      <dgm:spPr/>
    </dgm:pt>
    <dgm:pt modelId="{0C684624-CA0A-4A4F-8D34-967B8719F292}" type="pres">
      <dgm:prSet presAssocID="{2AFC3BBE-CC02-41A0-AA40-7C5B897144A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BE1AF14-E9D8-460B-9969-318BBCDAFE19}" type="pres">
      <dgm:prSet presAssocID="{2AFC3BBE-CC02-41A0-AA40-7C5B897144AC}" presName="childText" presStyleLbl="revTx" presStyleIdx="1" presStyleCnt="3">
        <dgm:presLayoutVars>
          <dgm:bulletEnabled val="1"/>
        </dgm:presLayoutVars>
      </dgm:prSet>
      <dgm:spPr/>
    </dgm:pt>
    <dgm:pt modelId="{14034A0E-A8BA-461D-A804-9AF141AE7BF8}" type="pres">
      <dgm:prSet presAssocID="{63F59782-BCF5-4105-8856-6AB638B572C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47FF6E7-F5D2-4062-B3E2-DDAF598EA94E}" type="pres">
      <dgm:prSet presAssocID="{63F59782-BCF5-4105-8856-6AB638B572C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E294507-E8FA-4429-928D-62BBB334F6F4}" srcId="{865E3791-D4AA-49B4-9BFF-BB3436054394}" destId="{88EC1AC1-51F5-46F4-A567-BF4A11EA5FB1}" srcOrd="0" destOrd="0" parTransId="{7EE74BE1-DBDC-4F20-8FDC-BE1F7A521A44}" sibTransId="{52B1AABD-BC78-4563-BC8C-97BBF8FD13EC}"/>
    <dgm:cxn modelId="{7DCBD10E-A28A-4651-A4F8-9264EF135D16}" srcId="{9FDDC90D-E7F1-4506-9051-002B8B6BE77C}" destId="{2AFC3BBE-CC02-41A0-AA40-7C5B897144AC}" srcOrd="1" destOrd="0" parTransId="{CF20BB57-7F1F-439B-A187-4ECF172F1CAA}" sibTransId="{91176499-70CE-4DA1-9808-9B0587EB7614}"/>
    <dgm:cxn modelId="{BD5C0C19-ADE6-48FD-885D-1AB5A88D16E2}" srcId="{63F59782-BCF5-4105-8856-6AB638B572C3}" destId="{2C6DADEC-3B1F-439C-BEF9-24ACC79A68A8}" srcOrd="1" destOrd="0" parTransId="{73228177-94BE-4C0D-945B-A3AFEF553049}" sibTransId="{15D84774-7D4B-4780-A04F-3FD8895240C0}"/>
    <dgm:cxn modelId="{04DD411C-2206-4E01-9638-514E87A3ACF0}" type="presOf" srcId="{865E3791-D4AA-49B4-9BFF-BB3436054394}" destId="{41DF53F0-FAFB-49F5-8CDF-A2DBAD32654C}" srcOrd="0" destOrd="0" presId="urn:microsoft.com/office/officeart/2005/8/layout/vList2"/>
    <dgm:cxn modelId="{8C502C29-46CB-4AF6-9107-8BC6AE6484A0}" type="presOf" srcId="{2AFC3BBE-CC02-41A0-AA40-7C5B897144AC}" destId="{0C684624-CA0A-4A4F-8D34-967B8719F292}" srcOrd="0" destOrd="0" presId="urn:microsoft.com/office/officeart/2005/8/layout/vList2"/>
    <dgm:cxn modelId="{65D9925F-C740-489B-B736-22A0E8BED0B8}" type="presOf" srcId="{BC570DB8-5674-49DF-A911-E3AE22D4F11B}" destId="{A47FF6E7-F5D2-4062-B3E2-DDAF598EA94E}" srcOrd="0" destOrd="0" presId="urn:microsoft.com/office/officeart/2005/8/layout/vList2"/>
    <dgm:cxn modelId="{9421B257-95F7-44FF-8337-D2D4F776B61E}" srcId="{9FDDC90D-E7F1-4506-9051-002B8B6BE77C}" destId="{63F59782-BCF5-4105-8856-6AB638B572C3}" srcOrd="2" destOrd="0" parTransId="{BA3E69C5-36EF-40EF-AEBA-CA22BA0C322F}" sibTransId="{5D070BC8-06B0-485A-A181-149164D74162}"/>
    <dgm:cxn modelId="{E339DAAA-BD9E-4383-828E-9ADD43C52C5E}" type="presOf" srcId="{2C6DADEC-3B1F-439C-BEF9-24ACC79A68A8}" destId="{A47FF6E7-F5D2-4062-B3E2-DDAF598EA94E}" srcOrd="0" destOrd="1" presId="urn:microsoft.com/office/officeart/2005/8/layout/vList2"/>
    <dgm:cxn modelId="{633278B8-9D8C-4ADB-8EB3-3C86302D38BB}" type="presOf" srcId="{9FDDC90D-E7F1-4506-9051-002B8B6BE77C}" destId="{63ABA2AD-6EDE-4C23-B93C-7A0A4F5E7FC8}" srcOrd="0" destOrd="0" presId="urn:microsoft.com/office/officeart/2005/8/layout/vList2"/>
    <dgm:cxn modelId="{FA363BC8-E5BF-4A8D-9C8A-FF3FF38784A5}" srcId="{63F59782-BCF5-4105-8856-6AB638B572C3}" destId="{BC570DB8-5674-49DF-A911-E3AE22D4F11B}" srcOrd="0" destOrd="0" parTransId="{5B311C2D-F466-4CB0-9B0B-84AE11998305}" sibTransId="{651B58AB-5DB5-4434-9646-6768A95F583B}"/>
    <dgm:cxn modelId="{A2A9BEC8-536C-42A4-9624-18C1D8028167}" type="presOf" srcId="{88EC1AC1-51F5-46F4-A567-BF4A11EA5FB1}" destId="{3077A8A2-AD30-4B49-AD2A-49A7BF6D43F4}" srcOrd="0" destOrd="0" presId="urn:microsoft.com/office/officeart/2005/8/layout/vList2"/>
    <dgm:cxn modelId="{E3B027D6-B82D-479D-99D9-28EC230D60AC}" type="presOf" srcId="{63F59782-BCF5-4105-8856-6AB638B572C3}" destId="{14034A0E-A8BA-461D-A804-9AF141AE7BF8}" srcOrd="0" destOrd="0" presId="urn:microsoft.com/office/officeart/2005/8/layout/vList2"/>
    <dgm:cxn modelId="{2D4E08DB-9359-4D24-9730-6765728EFD31}" srcId="{9FDDC90D-E7F1-4506-9051-002B8B6BE77C}" destId="{865E3791-D4AA-49B4-9BFF-BB3436054394}" srcOrd="0" destOrd="0" parTransId="{A1B70F87-963D-4AB4-8D3B-4EEC64DEF1DC}" sibTransId="{93BE9AE1-A11D-400C-84FC-DD4FEEF52771}"/>
    <dgm:cxn modelId="{C69DE5E3-CA9B-4BC7-A4DA-67579264139B}" type="presOf" srcId="{EE1321BA-4848-4F9C-948D-2E7E612EDA44}" destId="{3BE1AF14-E9D8-460B-9969-318BBCDAFE19}" srcOrd="0" destOrd="0" presId="urn:microsoft.com/office/officeart/2005/8/layout/vList2"/>
    <dgm:cxn modelId="{B5A8D8FE-7F3E-467B-BE6D-5D3D1B26F83B}" srcId="{2AFC3BBE-CC02-41A0-AA40-7C5B897144AC}" destId="{EE1321BA-4848-4F9C-948D-2E7E612EDA44}" srcOrd="0" destOrd="0" parTransId="{70EFD17E-5FFD-4EF8-B028-3FC38F9AAAF2}" sibTransId="{B165FCAF-7839-469F-BCEC-84CDD7AD807B}"/>
    <dgm:cxn modelId="{FFE0F613-CC99-4668-89E4-8D9BCFA774FC}" type="presParOf" srcId="{63ABA2AD-6EDE-4C23-B93C-7A0A4F5E7FC8}" destId="{41DF53F0-FAFB-49F5-8CDF-A2DBAD32654C}" srcOrd="0" destOrd="0" presId="urn:microsoft.com/office/officeart/2005/8/layout/vList2"/>
    <dgm:cxn modelId="{92573A99-A527-4BB2-B0E2-6AEAF67F0CAF}" type="presParOf" srcId="{63ABA2AD-6EDE-4C23-B93C-7A0A4F5E7FC8}" destId="{3077A8A2-AD30-4B49-AD2A-49A7BF6D43F4}" srcOrd="1" destOrd="0" presId="urn:microsoft.com/office/officeart/2005/8/layout/vList2"/>
    <dgm:cxn modelId="{2D13433C-71CC-455C-A8D5-1AD03E688E19}" type="presParOf" srcId="{63ABA2AD-6EDE-4C23-B93C-7A0A4F5E7FC8}" destId="{0C684624-CA0A-4A4F-8D34-967B8719F292}" srcOrd="2" destOrd="0" presId="urn:microsoft.com/office/officeart/2005/8/layout/vList2"/>
    <dgm:cxn modelId="{869AEFCD-7E84-4B13-89B2-39290FA18FC0}" type="presParOf" srcId="{63ABA2AD-6EDE-4C23-B93C-7A0A4F5E7FC8}" destId="{3BE1AF14-E9D8-460B-9969-318BBCDAFE19}" srcOrd="3" destOrd="0" presId="urn:microsoft.com/office/officeart/2005/8/layout/vList2"/>
    <dgm:cxn modelId="{F7426B00-19C0-4DA6-8333-01F9F78E0761}" type="presParOf" srcId="{63ABA2AD-6EDE-4C23-B93C-7A0A4F5E7FC8}" destId="{14034A0E-A8BA-461D-A804-9AF141AE7BF8}" srcOrd="4" destOrd="0" presId="urn:microsoft.com/office/officeart/2005/8/layout/vList2"/>
    <dgm:cxn modelId="{FAE18255-1FFB-4366-88F6-DF836E4B48BF}" type="presParOf" srcId="{63ABA2AD-6EDE-4C23-B93C-7A0A4F5E7FC8}" destId="{A47FF6E7-F5D2-4062-B3E2-DDAF598EA94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3012984-E0EC-46F1-8FE5-6EE2FB81AB37}" type="doc">
      <dgm:prSet loTypeId="urn:microsoft.com/office/officeart/2005/8/layout/lProcess3" loCatId="process" qsTypeId="urn:microsoft.com/office/officeart/2005/8/quickstyle/3d5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1432DFF-B0ED-439F-BA3F-BA7A6BE50838}">
      <dgm:prSet/>
      <dgm:spPr/>
      <dgm:t>
        <a:bodyPr/>
        <a:lstStyle/>
        <a:p>
          <a:r>
            <a:rPr lang="en-US"/>
            <a:t>Enroll Flow:</a:t>
          </a:r>
        </a:p>
      </dgm:t>
    </dgm:pt>
    <dgm:pt modelId="{4C37D374-8874-42E2-95CC-839459EFE234}" type="parTrans" cxnId="{AA006D6C-00EA-48BE-8BD5-87F62E686E63}">
      <dgm:prSet/>
      <dgm:spPr/>
      <dgm:t>
        <a:bodyPr/>
        <a:lstStyle/>
        <a:p>
          <a:endParaRPr lang="en-US"/>
        </a:p>
      </dgm:t>
    </dgm:pt>
    <dgm:pt modelId="{0E47F461-25BD-4FE4-AA24-31B2528B5E00}" type="sibTrans" cxnId="{AA006D6C-00EA-48BE-8BD5-87F62E686E63}">
      <dgm:prSet/>
      <dgm:spPr/>
      <dgm:t>
        <a:bodyPr/>
        <a:lstStyle/>
        <a:p>
          <a:endParaRPr lang="en-US"/>
        </a:p>
      </dgm:t>
    </dgm:pt>
    <dgm:pt modelId="{6F3AD067-41A6-4C36-9752-6F01E72E189C}">
      <dgm:prSet/>
      <dgm:spPr/>
      <dgm:t>
        <a:bodyPr/>
        <a:lstStyle/>
        <a:p>
          <a:r>
            <a:rPr lang="en-US"/>
            <a:t>Check capacity </a:t>
          </a:r>
        </a:p>
      </dgm:t>
    </dgm:pt>
    <dgm:pt modelId="{68A25692-706D-4D0E-8194-76D7AB4670BE}" type="parTrans" cxnId="{5F771B16-14BF-4698-8FAA-68A76C0647C8}">
      <dgm:prSet/>
      <dgm:spPr/>
      <dgm:t>
        <a:bodyPr/>
        <a:lstStyle/>
        <a:p>
          <a:endParaRPr lang="en-US"/>
        </a:p>
      </dgm:t>
    </dgm:pt>
    <dgm:pt modelId="{4789F9CA-F86C-4BFD-B8DF-CDA2E466968E}" type="sibTrans" cxnId="{5F771B16-14BF-4698-8FAA-68A76C0647C8}">
      <dgm:prSet/>
      <dgm:spPr/>
      <dgm:t>
        <a:bodyPr/>
        <a:lstStyle/>
        <a:p>
          <a:endParaRPr lang="en-US"/>
        </a:p>
      </dgm:t>
    </dgm:pt>
    <dgm:pt modelId="{D2E28347-52DF-4F66-8DC7-BFEB735AEA56}">
      <dgm:prSet/>
      <dgm:spPr/>
      <dgm:t>
        <a:bodyPr/>
        <a:lstStyle/>
        <a:p>
          <a:r>
            <a:rPr lang="en-US"/>
            <a:t>Start transaction</a:t>
          </a:r>
        </a:p>
      </dgm:t>
    </dgm:pt>
    <dgm:pt modelId="{A5DF97EF-00CB-468C-AD44-46BEF4BF41BF}" type="parTrans" cxnId="{A1B63C80-1010-4AE0-950C-20ECA6562151}">
      <dgm:prSet/>
      <dgm:spPr/>
      <dgm:t>
        <a:bodyPr/>
        <a:lstStyle/>
        <a:p>
          <a:endParaRPr lang="en-US"/>
        </a:p>
      </dgm:t>
    </dgm:pt>
    <dgm:pt modelId="{FEA29FB0-3C8F-4460-863F-BE39FA4FCD4B}" type="sibTrans" cxnId="{A1B63C80-1010-4AE0-950C-20ECA6562151}">
      <dgm:prSet/>
      <dgm:spPr/>
      <dgm:t>
        <a:bodyPr/>
        <a:lstStyle/>
        <a:p>
          <a:endParaRPr lang="en-US"/>
        </a:p>
      </dgm:t>
    </dgm:pt>
    <dgm:pt modelId="{7DFF2321-4088-4467-B11B-CA72F6A3C1B8}">
      <dgm:prSet/>
      <dgm:spPr/>
      <dgm:t>
        <a:bodyPr/>
        <a:lstStyle/>
        <a:p>
          <a:r>
            <a:rPr lang="en-US"/>
            <a:t>SELECT FOR UPDATE, insert into tblEnrollments or tblWaitlist, commit</a:t>
          </a:r>
        </a:p>
      </dgm:t>
    </dgm:pt>
    <dgm:pt modelId="{F60CE607-6B46-4D07-B21A-D01528122471}" type="parTrans" cxnId="{E36A1620-DCCE-45D2-854F-F7760B2F6378}">
      <dgm:prSet/>
      <dgm:spPr/>
      <dgm:t>
        <a:bodyPr/>
        <a:lstStyle/>
        <a:p>
          <a:endParaRPr lang="en-US"/>
        </a:p>
      </dgm:t>
    </dgm:pt>
    <dgm:pt modelId="{4C7FCCC6-57D3-4A42-8986-734B469D7FDF}" type="sibTrans" cxnId="{E36A1620-DCCE-45D2-854F-F7760B2F6378}">
      <dgm:prSet/>
      <dgm:spPr/>
      <dgm:t>
        <a:bodyPr/>
        <a:lstStyle/>
        <a:p>
          <a:endParaRPr lang="en-US"/>
        </a:p>
      </dgm:t>
    </dgm:pt>
    <dgm:pt modelId="{BFE19EF0-4DB0-4BC0-8701-E413E84FA2C5}">
      <dgm:prSet/>
      <dgm:spPr/>
      <dgm:t>
        <a:bodyPr/>
        <a:lstStyle/>
        <a:p>
          <a:r>
            <a:rPr lang="en-US"/>
            <a:t>Cancel Flow:</a:t>
          </a:r>
        </a:p>
      </dgm:t>
    </dgm:pt>
    <dgm:pt modelId="{4C05906F-4522-4670-90EB-295E08F85851}" type="parTrans" cxnId="{7BE5CA26-F989-4696-AB1B-1CA54770154B}">
      <dgm:prSet/>
      <dgm:spPr/>
      <dgm:t>
        <a:bodyPr/>
        <a:lstStyle/>
        <a:p>
          <a:endParaRPr lang="en-US"/>
        </a:p>
      </dgm:t>
    </dgm:pt>
    <dgm:pt modelId="{D818A128-06F2-44EE-BDDC-C90A63D4F505}" type="sibTrans" cxnId="{7BE5CA26-F989-4696-AB1B-1CA54770154B}">
      <dgm:prSet/>
      <dgm:spPr/>
      <dgm:t>
        <a:bodyPr/>
        <a:lstStyle/>
        <a:p>
          <a:endParaRPr lang="en-US"/>
        </a:p>
      </dgm:t>
    </dgm:pt>
    <dgm:pt modelId="{43D24F82-1706-4FD2-98B5-4C8F6B0023F1}">
      <dgm:prSet/>
      <dgm:spPr/>
      <dgm:t>
        <a:bodyPr/>
        <a:lstStyle/>
        <a:p>
          <a:r>
            <a:rPr lang="en-US"/>
            <a:t>Delete enrollment </a:t>
          </a:r>
        </a:p>
      </dgm:t>
    </dgm:pt>
    <dgm:pt modelId="{DAAC0E50-59A3-4475-AEA4-C75E43476BA9}" type="parTrans" cxnId="{7FEA37BB-EA56-48F4-A394-E7B86765B0D2}">
      <dgm:prSet/>
      <dgm:spPr/>
      <dgm:t>
        <a:bodyPr/>
        <a:lstStyle/>
        <a:p>
          <a:endParaRPr lang="en-US"/>
        </a:p>
      </dgm:t>
    </dgm:pt>
    <dgm:pt modelId="{D5E0F370-7372-44BD-AC06-56799AC5B399}" type="sibTrans" cxnId="{7FEA37BB-EA56-48F4-A394-E7B86765B0D2}">
      <dgm:prSet/>
      <dgm:spPr/>
      <dgm:t>
        <a:bodyPr/>
        <a:lstStyle/>
        <a:p>
          <a:endParaRPr lang="en-US"/>
        </a:p>
      </dgm:t>
    </dgm:pt>
    <dgm:pt modelId="{938FA265-736F-4AF6-846F-641AA482B149}">
      <dgm:prSet/>
      <dgm:spPr/>
      <dgm:t>
        <a:bodyPr/>
        <a:lstStyle/>
        <a:p>
          <a:r>
            <a:rPr lang="en-US"/>
            <a:t>Promote earliest waitlist entry in same transaction</a:t>
          </a:r>
        </a:p>
      </dgm:t>
    </dgm:pt>
    <dgm:pt modelId="{E746D65D-16EE-4202-942D-888A74054940}" type="parTrans" cxnId="{311580C9-6C12-4022-838B-36FC68A6C2EE}">
      <dgm:prSet/>
      <dgm:spPr/>
      <dgm:t>
        <a:bodyPr/>
        <a:lstStyle/>
        <a:p>
          <a:endParaRPr lang="en-US"/>
        </a:p>
      </dgm:t>
    </dgm:pt>
    <dgm:pt modelId="{FAEE655A-FC9E-4C54-A53A-3D6DECD111C9}" type="sibTrans" cxnId="{311580C9-6C12-4022-838B-36FC68A6C2EE}">
      <dgm:prSet/>
      <dgm:spPr/>
      <dgm:t>
        <a:bodyPr/>
        <a:lstStyle/>
        <a:p>
          <a:endParaRPr lang="en-US"/>
        </a:p>
      </dgm:t>
    </dgm:pt>
    <dgm:pt modelId="{2FCBC533-BE68-4FCE-AD99-AE61BB366E0E}">
      <dgm:prSet/>
      <dgm:spPr/>
      <dgm:t>
        <a:bodyPr/>
        <a:lstStyle/>
        <a:p>
          <a:r>
            <a:rPr lang="en-US"/>
            <a:t>Concurrency control: </a:t>
          </a:r>
        </a:p>
      </dgm:t>
    </dgm:pt>
    <dgm:pt modelId="{A6699F32-21F4-4307-B758-E9120BEE552E}" type="parTrans" cxnId="{9F1E7DF8-41C2-43B0-B8B1-0C361F483A32}">
      <dgm:prSet/>
      <dgm:spPr/>
      <dgm:t>
        <a:bodyPr/>
        <a:lstStyle/>
        <a:p>
          <a:endParaRPr lang="en-US"/>
        </a:p>
      </dgm:t>
    </dgm:pt>
    <dgm:pt modelId="{32697AEC-0702-4ECF-94BB-16D696F8C617}" type="sibTrans" cxnId="{9F1E7DF8-41C2-43B0-B8B1-0C361F483A32}">
      <dgm:prSet/>
      <dgm:spPr/>
      <dgm:t>
        <a:bodyPr/>
        <a:lstStyle/>
        <a:p>
          <a:endParaRPr lang="en-US"/>
        </a:p>
      </dgm:t>
    </dgm:pt>
    <dgm:pt modelId="{79EDEEA4-97CC-4C19-8492-314987F9F233}">
      <dgm:prSet/>
      <dgm:spPr/>
      <dgm:t>
        <a:bodyPr/>
        <a:lstStyle/>
        <a:p>
          <a:r>
            <a:rPr lang="en-US"/>
            <a:t>Transactions and row locking</a:t>
          </a:r>
        </a:p>
      </dgm:t>
    </dgm:pt>
    <dgm:pt modelId="{50761FEC-F9A1-48C5-A174-4C37C5719557}" type="parTrans" cxnId="{A69FBF42-9C2E-44C6-BCF1-EEE8C7DFA8FE}">
      <dgm:prSet/>
      <dgm:spPr/>
      <dgm:t>
        <a:bodyPr/>
        <a:lstStyle/>
        <a:p>
          <a:endParaRPr lang="en-US"/>
        </a:p>
      </dgm:t>
    </dgm:pt>
    <dgm:pt modelId="{ED03BA23-8A54-4456-A76C-DBDD76A45930}" type="sibTrans" cxnId="{A69FBF42-9C2E-44C6-BCF1-EEE8C7DFA8FE}">
      <dgm:prSet/>
      <dgm:spPr/>
      <dgm:t>
        <a:bodyPr/>
        <a:lstStyle/>
        <a:p>
          <a:endParaRPr lang="en-US"/>
        </a:p>
      </dgm:t>
    </dgm:pt>
    <dgm:pt modelId="{F9426367-DD7B-4F8A-95E7-F615A190030E}" type="pres">
      <dgm:prSet presAssocID="{D3012984-E0EC-46F1-8FE5-6EE2FB81AB3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8052BBC-7422-4C31-981C-5339C9F58EE6}" type="pres">
      <dgm:prSet presAssocID="{C1432DFF-B0ED-439F-BA3F-BA7A6BE50838}" presName="horFlow" presStyleCnt="0"/>
      <dgm:spPr/>
    </dgm:pt>
    <dgm:pt modelId="{CC4E4F20-AF96-4A3A-A319-30CB0F8CD04F}" type="pres">
      <dgm:prSet presAssocID="{C1432DFF-B0ED-439F-BA3F-BA7A6BE50838}" presName="bigChev" presStyleLbl="node1" presStyleIdx="0" presStyleCnt="3"/>
      <dgm:spPr/>
    </dgm:pt>
    <dgm:pt modelId="{6420072F-F0CC-4719-9BA9-A3EA529188D7}" type="pres">
      <dgm:prSet presAssocID="{68A25692-706D-4D0E-8194-76D7AB4670BE}" presName="parTrans" presStyleCnt="0"/>
      <dgm:spPr/>
    </dgm:pt>
    <dgm:pt modelId="{BB6D5B93-8499-47D2-A7A6-A26FCF9641F0}" type="pres">
      <dgm:prSet presAssocID="{6F3AD067-41A6-4C36-9752-6F01E72E189C}" presName="node" presStyleLbl="alignAccFollowNode1" presStyleIdx="0" presStyleCnt="6">
        <dgm:presLayoutVars>
          <dgm:bulletEnabled val="1"/>
        </dgm:presLayoutVars>
      </dgm:prSet>
      <dgm:spPr/>
    </dgm:pt>
    <dgm:pt modelId="{624026A1-02F8-4C46-B442-31701AD0E3FB}" type="pres">
      <dgm:prSet presAssocID="{4789F9CA-F86C-4BFD-B8DF-CDA2E466968E}" presName="sibTrans" presStyleCnt="0"/>
      <dgm:spPr/>
    </dgm:pt>
    <dgm:pt modelId="{BEF099B5-0787-4941-8CD2-78420E9F63BA}" type="pres">
      <dgm:prSet presAssocID="{D2E28347-52DF-4F66-8DC7-BFEB735AEA56}" presName="node" presStyleLbl="alignAccFollowNode1" presStyleIdx="1" presStyleCnt="6">
        <dgm:presLayoutVars>
          <dgm:bulletEnabled val="1"/>
        </dgm:presLayoutVars>
      </dgm:prSet>
      <dgm:spPr/>
    </dgm:pt>
    <dgm:pt modelId="{85791EE9-7106-4182-B1E0-EC491260A1CD}" type="pres">
      <dgm:prSet presAssocID="{FEA29FB0-3C8F-4460-863F-BE39FA4FCD4B}" presName="sibTrans" presStyleCnt="0"/>
      <dgm:spPr/>
    </dgm:pt>
    <dgm:pt modelId="{E3CE879B-6D95-4611-9AE6-5B8C17ABBB21}" type="pres">
      <dgm:prSet presAssocID="{7DFF2321-4088-4467-B11B-CA72F6A3C1B8}" presName="node" presStyleLbl="alignAccFollowNode1" presStyleIdx="2" presStyleCnt="6">
        <dgm:presLayoutVars>
          <dgm:bulletEnabled val="1"/>
        </dgm:presLayoutVars>
      </dgm:prSet>
      <dgm:spPr/>
    </dgm:pt>
    <dgm:pt modelId="{E2A87DF7-D3B1-467C-885E-B8CBCE087395}" type="pres">
      <dgm:prSet presAssocID="{C1432DFF-B0ED-439F-BA3F-BA7A6BE50838}" presName="vSp" presStyleCnt="0"/>
      <dgm:spPr/>
    </dgm:pt>
    <dgm:pt modelId="{AD19654C-5B60-49A2-8BA4-CF885442CA70}" type="pres">
      <dgm:prSet presAssocID="{BFE19EF0-4DB0-4BC0-8701-E413E84FA2C5}" presName="horFlow" presStyleCnt="0"/>
      <dgm:spPr/>
    </dgm:pt>
    <dgm:pt modelId="{4875B722-16F4-498C-B1C0-6F135D7F4F4D}" type="pres">
      <dgm:prSet presAssocID="{BFE19EF0-4DB0-4BC0-8701-E413E84FA2C5}" presName="bigChev" presStyleLbl="node1" presStyleIdx="1" presStyleCnt="3"/>
      <dgm:spPr/>
    </dgm:pt>
    <dgm:pt modelId="{C18F5040-B54B-4C01-8C92-5D50BF31673E}" type="pres">
      <dgm:prSet presAssocID="{DAAC0E50-59A3-4475-AEA4-C75E43476BA9}" presName="parTrans" presStyleCnt="0"/>
      <dgm:spPr/>
    </dgm:pt>
    <dgm:pt modelId="{512BB954-C090-4DF0-A1D5-CE93B0F12676}" type="pres">
      <dgm:prSet presAssocID="{43D24F82-1706-4FD2-98B5-4C8F6B0023F1}" presName="node" presStyleLbl="alignAccFollowNode1" presStyleIdx="3" presStyleCnt="6">
        <dgm:presLayoutVars>
          <dgm:bulletEnabled val="1"/>
        </dgm:presLayoutVars>
      </dgm:prSet>
      <dgm:spPr/>
    </dgm:pt>
    <dgm:pt modelId="{52C9C7FC-F9D6-461F-9812-4AA534443A42}" type="pres">
      <dgm:prSet presAssocID="{D5E0F370-7372-44BD-AC06-56799AC5B399}" presName="sibTrans" presStyleCnt="0"/>
      <dgm:spPr/>
    </dgm:pt>
    <dgm:pt modelId="{5592A00A-816A-44CD-9433-9D13A04AE727}" type="pres">
      <dgm:prSet presAssocID="{938FA265-736F-4AF6-846F-641AA482B149}" presName="node" presStyleLbl="alignAccFollowNode1" presStyleIdx="4" presStyleCnt="6">
        <dgm:presLayoutVars>
          <dgm:bulletEnabled val="1"/>
        </dgm:presLayoutVars>
      </dgm:prSet>
      <dgm:spPr/>
    </dgm:pt>
    <dgm:pt modelId="{3A8DBEB8-6123-4B92-8353-5E4148A3CF8E}" type="pres">
      <dgm:prSet presAssocID="{BFE19EF0-4DB0-4BC0-8701-E413E84FA2C5}" presName="vSp" presStyleCnt="0"/>
      <dgm:spPr/>
    </dgm:pt>
    <dgm:pt modelId="{31EC3D49-17A7-405C-AB4F-1CB0B0934F28}" type="pres">
      <dgm:prSet presAssocID="{2FCBC533-BE68-4FCE-AD99-AE61BB366E0E}" presName="horFlow" presStyleCnt="0"/>
      <dgm:spPr/>
    </dgm:pt>
    <dgm:pt modelId="{4FC82FD1-5567-43F7-84EC-AFA39DA6C2C9}" type="pres">
      <dgm:prSet presAssocID="{2FCBC533-BE68-4FCE-AD99-AE61BB366E0E}" presName="bigChev" presStyleLbl="node1" presStyleIdx="2" presStyleCnt="3"/>
      <dgm:spPr/>
    </dgm:pt>
    <dgm:pt modelId="{3D79CF77-3348-4AB5-BEB3-F130EAC4FC82}" type="pres">
      <dgm:prSet presAssocID="{50761FEC-F9A1-48C5-A174-4C37C5719557}" presName="parTrans" presStyleCnt="0"/>
      <dgm:spPr/>
    </dgm:pt>
    <dgm:pt modelId="{66419B8A-12E2-474E-B18C-87B0418DDF40}" type="pres">
      <dgm:prSet presAssocID="{79EDEEA4-97CC-4C19-8492-314987F9F233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5F771B16-14BF-4698-8FAA-68A76C0647C8}" srcId="{C1432DFF-B0ED-439F-BA3F-BA7A6BE50838}" destId="{6F3AD067-41A6-4C36-9752-6F01E72E189C}" srcOrd="0" destOrd="0" parTransId="{68A25692-706D-4D0E-8194-76D7AB4670BE}" sibTransId="{4789F9CA-F86C-4BFD-B8DF-CDA2E466968E}"/>
    <dgm:cxn modelId="{E36A1620-DCCE-45D2-854F-F7760B2F6378}" srcId="{C1432DFF-B0ED-439F-BA3F-BA7A6BE50838}" destId="{7DFF2321-4088-4467-B11B-CA72F6A3C1B8}" srcOrd="2" destOrd="0" parTransId="{F60CE607-6B46-4D07-B21A-D01528122471}" sibTransId="{4C7FCCC6-57D3-4A42-8986-734B469D7FDF}"/>
    <dgm:cxn modelId="{7BE5CA26-F989-4696-AB1B-1CA54770154B}" srcId="{D3012984-E0EC-46F1-8FE5-6EE2FB81AB37}" destId="{BFE19EF0-4DB0-4BC0-8701-E413E84FA2C5}" srcOrd="1" destOrd="0" parTransId="{4C05906F-4522-4670-90EB-295E08F85851}" sibTransId="{D818A128-06F2-44EE-BDDC-C90A63D4F505}"/>
    <dgm:cxn modelId="{D429682C-EC3E-4C17-8F84-4E99575225D8}" type="presOf" srcId="{D3012984-E0EC-46F1-8FE5-6EE2FB81AB37}" destId="{F9426367-DD7B-4F8A-95E7-F615A190030E}" srcOrd="0" destOrd="0" presId="urn:microsoft.com/office/officeart/2005/8/layout/lProcess3"/>
    <dgm:cxn modelId="{24DAA038-5858-425A-B231-D793321C1073}" type="presOf" srcId="{BFE19EF0-4DB0-4BC0-8701-E413E84FA2C5}" destId="{4875B722-16F4-498C-B1C0-6F135D7F4F4D}" srcOrd="0" destOrd="0" presId="urn:microsoft.com/office/officeart/2005/8/layout/lProcess3"/>
    <dgm:cxn modelId="{48B1AE3A-8477-449D-AC15-BE34ABD8A3CB}" type="presOf" srcId="{2FCBC533-BE68-4FCE-AD99-AE61BB366E0E}" destId="{4FC82FD1-5567-43F7-84EC-AFA39DA6C2C9}" srcOrd="0" destOrd="0" presId="urn:microsoft.com/office/officeart/2005/8/layout/lProcess3"/>
    <dgm:cxn modelId="{5458915D-FB70-49EF-9A3B-0F9EB02D2D54}" type="presOf" srcId="{C1432DFF-B0ED-439F-BA3F-BA7A6BE50838}" destId="{CC4E4F20-AF96-4A3A-A319-30CB0F8CD04F}" srcOrd="0" destOrd="0" presId="urn:microsoft.com/office/officeart/2005/8/layout/lProcess3"/>
    <dgm:cxn modelId="{A69FBF42-9C2E-44C6-BCF1-EEE8C7DFA8FE}" srcId="{2FCBC533-BE68-4FCE-AD99-AE61BB366E0E}" destId="{79EDEEA4-97CC-4C19-8492-314987F9F233}" srcOrd="0" destOrd="0" parTransId="{50761FEC-F9A1-48C5-A174-4C37C5719557}" sibTransId="{ED03BA23-8A54-4456-A76C-DBDD76A45930}"/>
    <dgm:cxn modelId="{7161C845-61AA-45A1-95C8-EB7DBE5D0549}" type="presOf" srcId="{D2E28347-52DF-4F66-8DC7-BFEB735AEA56}" destId="{BEF099B5-0787-4941-8CD2-78420E9F63BA}" srcOrd="0" destOrd="0" presId="urn:microsoft.com/office/officeart/2005/8/layout/lProcess3"/>
    <dgm:cxn modelId="{07A59F6A-5816-4DF8-81C0-DEB8587E9E4B}" type="presOf" srcId="{6F3AD067-41A6-4C36-9752-6F01E72E189C}" destId="{BB6D5B93-8499-47D2-A7A6-A26FCF9641F0}" srcOrd="0" destOrd="0" presId="urn:microsoft.com/office/officeart/2005/8/layout/lProcess3"/>
    <dgm:cxn modelId="{AA006D6C-00EA-48BE-8BD5-87F62E686E63}" srcId="{D3012984-E0EC-46F1-8FE5-6EE2FB81AB37}" destId="{C1432DFF-B0ED-439F-BA3F-BA7A6BE50838}" srcOrd="0" destOrd="0" parTransId="{4C37D374-8874-42E2-95CC-839459EFE234}" sibTransId="{0E47F461-25BD-4FE4-AA24-31B2528B5E00}"/>
    <dgm:cxn modelId="{368EC87A-B329-48F2-9112-7586778FF7D8}" type="presOf" srcId="{43D24F82-1706-4FD2-98B5-4C8F6B0023F1}" destId="{512BB954-C090-4DF0-A1D5-CE93B0F12676}" srcOrd="0" destOrd="0" presId="urn:microsoft.com/office/officeart/2005/8/layout/lProcess3"/>
    <dgm:cxn modelId="{A1B63C80-1010-4AE0-950C-20ECA6562151}" srcId="{C1432DFF-B0ED-439F-BA3F-BA7A6BE50838}" destId="{D2E28347-52DF-4F66-8DC7-BFEB735AEA56}" srcOrd="1" destOrd="0" parTransId="{A5DF97EF-00CB-468C-AD44-46BEF4BF41BF}" sibTransId="{FEA29FB0-3C8F-4460-863F-BE39FA4FCD4B}"/>
    <dgm:cxn modelId="{7FEA37BB-EA56-48F4-A394-E7B86765B0D2}" srcId="{BFE19EF0-4DB0-4BC0-8701-E413E84FA2C5}" destId="{43D24F82-1706-4FD2-98B5-4C8F6B0023F1}" srcOrd="0" destOrd="0" parTransId="{DAAC0E50-59A3-4475-AEA4-C75E43476BA9}" sibTransId="{D5E0F370-7372-44BD-AC06-56799AC5B399}"/>
    <dgm:cxn modelId="{311580C9-6C12-4022-838B-36FC68A6C2EE}" srcId="{BFE19EF0-4DB0-4BC0-8701-E413E84FA2C5}" destId="{938FA265-736F-4AF6-846F-641AA482B149}" srcOrd="1" destOrd="0" parTransId="{E746D65D-16EE-4202-942D-888A74054940}" sibTransId="{FAEE655A-FC9E-4C54-A53A-3D6DECD111C9}"/>
    <dgm:cxn modelId="{B919B1D6-658C-498D-B9C2-59EA6F5EE058}" type="presOf" srcId="{79EDEEA4-97CC-4C19-8492-314987F9F233}" destId="{66419B8A-12E2-474E-B18C-87B0418DDF40}" srcOrd="0" destOrd="0" presId="urn:microsoft.com/office/officeart/2005/8/layout/lProcess3"/>
    <dgm:cxn modelId="{0A5F96E1-8B15-48B5-8AB5-6A5EF8EE14B1}" type="presOf" srcId="{938FA265-736F-4AF6-846F-641AA482B149}" destId="{5592A00A-816A-44CD-9433-9D13A04AE727}" srcOrd="0" destOrd="0" presId="urn:microsoft.com/office/officeart/2005/8/layout/lProcess3"/>
    <dgm:cxn modelId="{9F1E7DF8-41C2-43B0-B8B1-0C361F483A32}" srcId="{D3012984-E0EC-46F1-8FE5-6EE2FB81AB37}" destId="{2FCBC533-BE68-4FCE-AD99-AE61BB366E0E}" srcOrd="2" destOrd="0" parTransId="{A6699F32-21F4-4307-B758-E9120BEE552E}" sibTransId="{32697AEC-0702-4ECF-94BB-16D696F8C617}"/>
    <dgm:cxn modelId="{CFDE1DF9-59C2-4BE4-A091-D4E03568486E}" type="presOf" srcId="{7DFF2321-4088-4467-B11B-CA72F6A3C1B8}" destId="{E3CE879B-6D95-4611-9AE6-5B8C17ABBB21}" srcOrd="0" destOrd="0" presId="urn:microsoft.com/office/officeart/2005/8/layout/lProcess3"/>
    <dgm:cxn modelId="{B4F2FC4D-0EDF-490A-8593-4DF5CC4F6BCF}" type="presParOf" srcId="{F9426367-DD7B-4F8A-95E7-F615A190030E}" destId="{28052BBC-7422-4C31-981C-5339C9F58EE6}" srcOrd="0" destOrd="0" presId="urn:microsoft.com/office/officeart/2005/8/layout/lProcess3"/>
    <dgm:cxn modelId="{325FF2EF-90EB-4BCF-B83D-700885CE752B}" type="presParOf" srcId="{28052BBC-7422-4C31-981C-5339C9F58EE6}" destId="{CC4E4F20-AF96-4A3A-A319-30CB0F8CD04F}" srcOrd="0" destOrd="0" presId="urn:microsoft.com/office/officeart/2005/8/layout/lProcess3"/>
    <dgm:cxn modelId="{E854C204-0136-4219-908D-98E287E3872B}" type="presParOf" srcId="{28052BBC-7422-4C31-981C-5339C9F58EE6}" destId="{6420072F-F0CC-4719-9BA9-A3EA529188D7}" srcOrd="1" destOrd="0" presId="urn:microsoft.com/office/officeart/2005/8/layout/lProcess3"/>
    <dgm:cxn modelId="{0EDFEE71-341C-45B2-A77E-17D9F2B0C064}" type="presParOf" srcId="{28052BBC-7422-4C31-981C-5339C9F58EE6}" destId="{BB6D5B93-8499-47D2-A7A6-A26FCF9641F0}" srcOrd="2" destOrd="0" presId="urn:microsoft.com/office/officeart/2005/8/layout/lProcess3"/>
    <dgm:cxn modelId="{2DDA8B85-E9E5-493D-86ED-9695D5D5803F}" type="presParOf" srcId="{28052BBC-7422-4C31-981C-5339C9F58EE6}" destId="{624026A1-02F8-4C46-B442-31701AD0E3FB}" srcOrd="3" destOrd="0" presId="urn:microsoft.com/office/officeart/2005/8/layout/lProcess3"/>
    <dgm:cxn modelId="{CEACAEFD-A87D-4090-8999-76B8E3E1EE91}" type="presParOf" srcId="{28052BBC-7422-4C31-981C-5339C9F58EE6}" destId="{BEF099B5-0787-4941-8CD2-78420E9F63BA}" srcOrd="4" destOrd="0" presId="urn:microsoft.com/office/officeart/2005/8/layout/lProcess3"/>
    <dgm:cxn modelId="{EDCCE5B4-1798-4181-B571-C4745A07091C}" type="presParOf" srcId="{28052BBC-7422-4C31-981C-5339C9F58EE6}" destId="{85791EE9-7106-4182-B1E0-EC491260A1CD}" srcOrd="5" destOrd="0" presId="urn:microsoft.com/office/officeart/2005/8/layout/lProcess3"/>
    <dgm:cxn modelId="{F0621A76-B63D-4695-8C1A-32D1EC8AF83E}" type="presParOf" srcId="{28052BBC-7422-4C31-981C-5339C9F58EE6}" destId="{E3CE879B-6D95-4611-9AE6-5B8C17ABBB21}" srcOrd="6" destOrd="0" presId="urn:microsoft.com/office/officeart/2005/8/layout/lProcess3"/>
    <dgm:cxn modelId="{8E390E1C-B8F8-42FA-8C5E-3C22EB8EAAFD}" type="presParOf" srcId="{F9426367-DD7B-4F8A-95E7-F615A190030E}" destId="{E2A87DF7-D3B1-467C-885E-B8CBCE087395}" srcOrd="1" destOrd="0" presId="urn:microsoft.com/office/officeart/2005/8/layout/lProcess3"/>
    <dgm:cxn modelId="{7FC261A6-0182-43A5-AD4A-E10A748B625F}" type="presParOf" srcId="{F9426367-DD7B-4F8A-95E7-F615A190030E}" destId="{AD19654C-5B60-49A2-8BA4-CF885442CA70}" srcOrd="2" destOrd="0" presId="urn:microsoft.com/office/officeart/2005/8/layout/lProcess3"/>
    <dgm:cxn modelId="{DA50BA77-657F-4D73-A5E8-F02DDC8DDFB4}" type="presParOf" srcId="{AD19654C-5B60-49A2-8BA4-CF885442CA70}" destId="{4875B722-16F4-498C-B1C0-6F135D7F4F4D}" srcOrd="0" destOrd="0" presId="urn:microsoft.com/office/officeart/2005/8/layout/lProcess3"/>
    <dgm:cxn modelId="{0CEFA23C-F467-4D4F-BD19-684BDA022487}" type="presParOf" srcId="{AD19654C-5B60-49A2-8BA4-CF885442CA70}" destId="{C18F5040-B54B-4C01-8C92-5D50BF31673E}" srcOrd="1" destOrd="0" presId="urn:microsoft.com/office/officeart/2005/8/layout/lProcess3"/>
    <dgm:cxn modelId="{AE46DF78-9DF1-49B0-8896-83B14838798D}" type="presParOf" srcId="{AD19654C-5B60-49A2-8BA4-CF885442CA70}" destId="{512BB954-C090-4DF0-A1D5-CE93B0F12676}" srcOrd="2" destOrd="0" presId="urn:microsoft.com/office/officeart/2005/8/layout/lProcess3"/>
    <dgm:cxn modelId="{271319E2-5CCD-4783-A3FE-EAD760C9D7B5}" type="presParOf" srcId="{AD19654C-5B60-49A2-8BA4-CF885442CA70}" destId="{52C9C7FC-F9D6-461F-9812-4AA534443A42}" srcOrd="3" destOrd="0" presId="urn:microsoft.com/office/officeart/2005/8/layout/lProcess3"/>
    <dgm:cxn modelId="{D2508920-8674-4A94-9B98-737ABEE24272}" type="presParOf" srcId="{AD19654C-5B60-49A2-8BA4-CF885442CA70}" destId="{5592A00A-816A-44CD-9433-9D13A04AE727}" srcOrd="4" destOrd="0" presId="urn:microsoft.com/office/officeart/2005/8/layout/lProcess3"/>
    <dgm:cxn modelId="{3E3F60B4-77D4-4203-879F-01B5E3F9B825}" type="presParOf" srcId="{F9426367-DD7B-4F8A-95E7-F615A190030E}" destId="{3A8DBEB8-6123-4B92-8353-5E4148A3CF8E}" srcOrd="3" destOrd="0" presId="urn:microsoft.com/office/officeart/2005/8/layout/lProcess3"/>
    <dgm:cxn modelId="{C98A8A6C-FCE9-42A6-8FA1-8D78D848B3E6}" type="presParOf" srcId="{F9426367-DD7B-4F8A-95E7-F615A190030E}" destId="{31EC3D49-17A7-405C-AB4F-1CB0B0934F28}" srcOrd="4" destOrd="0" presId="urn:microsoft.com/office/officeart/2005/8/layout/lProcess3"/>
    <dgm:cxn modelId="{93092B4B-D761-4F77-AB0C-5C19B93A2E19}" type="presParOf" srcId="{31EC3D49-17A7-405C-AB4F-1CB0B0934F28}" destId="{4FC82FD1-5567-43F7-84EC-AFA39DA6C2C9}" srcOrd="0" destOrd="0" presId="urn:microsoft.com/office/officeart/2005/8/layout/lProcess3"/>
    <dgm:cxn modelId="{7EEF72A5-2779-4D40-8174-502D64D694B3}" type="presParOf" srcId="{31EC3D49-17A7-405C-AB4F-1CB0B0934F28}" destId="{3D79CF77-3348-4AB5-BEB3-F130EAC4FC82}" srcOrd="1" destOrd="0" presId="urn:microsoft.com/office/officeart/2005/8/layout/lProcess3"/>
    <dgm:cxn modelId="{45EEBEBB-9BD5-4C3A-9032-66708057299F}" type="presParOf" srcId="{31EC3D49-17A7-405C-AB4F-1CB0B0934F28}" destId="{66419B8A-12E2-474E-B18C-87B0418DDF40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F06A94-B31A-4A1A-BEA5-5AC1AEA7519F}" type="doc">
      <dgm:prSet loTypeId="urn:microsoft.com/office/officeart/2009/3/layout/SubStep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74C1FA7-C9A6-4F6D-802B-795F3A976A36}">
      <dgm:prSet custT="1"/>
      <dgm:spPr/>
      <dgm:t>
        <a:bodyPr/>
        <a:lstStyle/>
        <a:p>
          <a:r>
            <a:rPr lang="en-US" sz="1050" dirty="0"/>
            <a:t>Profile fix: decrypt *_enc columns before returning JSON</a:t>
          </a:r>
        </a:p>
      </dgm:t>
    </dgm:pt>
    <dgm:pt modelId="{BE8DD921-AA34-4CC1-BE13-DFEEC7680405}" type="parTrans" cxnId="{F22F1798-B3F7-47CB-9014-0235EE8A847E}">
      <dgm:prSet/>
      <dgm:spPr/>
      <dgm:t>
        <a:bodyPr/>
        <a:lstStyle/>
        <a:p>
          <a:endParaRPr lang="en-US"/>
        </a:p>
      </dgm:t>
    </dgm:pt>
    <dgm:pt modelId="{DD6D3453-6103-44B4-AD7A-C753D3BD22CA}" type="sibTrans" cxnId="{F22F1798-B3F7-47CB-9014-0235EE8A847E}">
      <dgm:prSet/>
      <dgm:spPr/>
      <dgm:t>
        <a:bodyPr/>
        <a:lstStyle/>
        <a:p>
          <a:endParaRPr lang="en-US"/>
        </a:p>
      </dgm:t>
    </dgm:pt>
    <dgm:pt modelId="{961A7B9C-0BF9-4D77-85F0-49EBB42298B5}">
      <dgm:prSet custT="1"/>
      <dgm:spPr/>
      <dgm:t>
        <a:bodyPr/>
        <a:lstStyle/>
        <a:p>
          <a:r>
            <a:rPr lang="en-US" sz="1050" dirty="0"/>
            <a:t>Enrollment: atomic transaction in </a:t>
          </a:r>
          <a:r>
            <a:rPr lang="en-US" sz="1050" dirty="0" err="1"/>
            <a:t>enroll.php</a:t>
          </a:r>
          <a:r>
            <a:rPr lang="en-US" sz="1050" dirty="0"/>
            <a:t> with promotion on cancel</a:t>
          </a:r>
        </a:p>
      </dgm:t>
    </dgm:pt>
    <dgm:pt modelId="{37433514-E9FB-41BC-8517-B1FF5C7E992F}" type="parTrans" cxnId="{CD141F6D-2450-4448-B86F-CE8E0A7585C9}">
      <dgm:prSet/>
      <dgm:spPr/>
      <dgm:t>
        <a:bodyPr/>
        <a:lstStyle/>
        <a:p>
          <a:endParaRPr lang="en-US"/>
        </a:p>
      </dgm:t>
    </dgm:pt>
    <dgm:pt modelId="{0CA49111-9C87-4F27-AD73-BBA5F24AFF8A}" type="sibTrans" cxnId="{CD141F6D-2450-4448-B86F-CE8E0A7585C9}">
      <dgm:prSet/>
      <dgm:spPr/>
      <dgm:t>
        <a:bodyPr/>
        <a:lstStyle/>
        <a:p>
          <a:endParaRPr lang="en-US"/>
        </a:p>
      </dgm:t>
    </dgm:pt>
    <dgm:pt modelId="{07F68EFF-A76A-430B-824F-1F23D1DD8703}">
      <dgm:prSet custT="1"/>
      <dgm:spPr/>
      <dgm:t>
        <a:bodyPr/>
        <a:lstStyle/>
        <a:p>
          <a:r>
            <a:rPr lang="en-US" sz="1050"/>
            <a:t>Tests: PHPUnit unit and integration tests in tests/ and tests/integration/</a:t>
          </a:r>
        </a:p>
      </dgm:t>
    </dgm:pt>
    <dgm:pt modelId="{0FAC0A18-FB1E-4857-9FD4-C54A47035D39}" type="parTrans" cxnId="{54CC8B8D-C025-4810-A5D2-9F205CB7311F}">
      <dgm:prSet/>
      <dgm:spPr/>
      <dgm:t>
        <a:bodyPr/>
        <a:lstStyle/>
        <a:p>
          <a:endParaRPr lang="en-US"/>
        </a:p>
      </dgm:t>
    </dgm:pt>
    <dgm:pt modelId="{58EAA629-AAD9-4F14-9762-8C9C6FA4F475}" type="sibTrans" cxnId="{54CC8B8D-C025-4810-A5D2-9F205CB7311F}">
      <dgm:prSet/>
      <dgm:spPr/>
      <dgm:t>
        <a:bodyPr/>
        <a:lstStyle/>
        <a:p>
          <a:endParaRPr lang="en-US"/>
        </a:p>
      </dgm:t>
    </dgm:pt>
    <dgm:pt modelId="{CB6FF2EA-8EE1-48D9-972C-C8889E65A0FF}">
      <dgm:prSet custT="1"/>
      <dgm:spPr/>
      <dgm:t>
        <a:bodyPr/>
        <a:lstStyle/>
        <a:p>
          <a:r>
            <a:rPr lang="en-US" sz="1050"/>
            <a:t>Dev tools: tools/create_default_students.php, tools/fill_courses.php</a:t>
          </a:r>
        </a:p>
      </dgm:t>
    </dgm:pt>
    <dgm:pt modelId="{A43B06AB-861B-4A02-8B8F-865AF5336346}" type="parTrans" cxnId="{AB557D72-BDD8-4BFE-84F0-A59C94E1E966}">
      <dgm:prSet/>
      <dgm:spPr/>
      <dgm:t>
        <a:bodyPr/>
        <a:lstStyle/>
        <a:p>
          <a:endParaRPr lang="en-US"/>
        </a:p>
      </dgm:t>
    </dgm:pt>
    <dgm:pt modelId="{DA54C979-8C78-4BA8-9023-30EF97FBE42D}" type="sibTrans" cxnId="{AB557D72-BDD8-4BFE-84F0-A59C94E1E966}">
      <dgm:prSet/>
      <dgm:spPr/>
      <dgm:t>
        <a:bodyPr/>
        <a:lstStyle/>
        <a:p>
          <a:endParaRPr lang="en-US"/>
        </a:p>
      </dgm:t>
    </dgm:pt>
    <dgm:pt modelId="{039D7982-CB43-46BB-84F3-C5013EC5D289}" type="pres">
      <dgm:prSet presAssocID="{41F06A94-B31A-4A1A-BEA5-5AC1AEA7519F}" presName="Name0" presStyleCnt="0">
        <dgm:presLayoutVars>
          <dgm:chMax val="7"/>
          <dgm:dir/>
          <dgm:animOne val="branch"/>
        </dgm:presLayoutVars>
      </dgm:prSet>
      <dgm:spPr/>
    </dgm:pt>
    <dgm:pt modelId="{B5BA1316-5F3B-4E2B-A822-22D188960EF6}" type="pres">
      <dgm:prSet presAssocID="{E74C1FA7-C9A6-4F6D-802B-795F3A976A36}" presName="parTx1" presStyleLbl="node1" presStyleIdx="0" presStyleCnt="4"/>
      <dgm:spPr/>
    </dgm:pt>
    <dgm:pt modelId="{2F7EA75A-40F4-42A1-9702-C293EEDCA0AE}" type="pres">
      <dgm:prSet presAssocID="{961A7B9C-0BF9-4D77-85F0-49EBB42298B5}" presName="parTx2" presStyleLbl="node1" presStyleIdx="1" presStyleCnt="4"/>
      <dgm:spPr/>
    </dgm:pt>
    <dgm:pt modelId="{62F10D8A-7DA9-478D-83A3-915AC9B90B35}" type="pres">
      <dgm:prSet presAssocID="{07F68EFF-A76A-430B-824F-1F23D1DD8703}" presName="parTx3" presStyleLbl="node1" presStyleIdx="2" presStyleCnt="4"/>
      <dgm:spPr/>
    </dgm:pt>
    <dgm:pt modelId="{2B9673F8-8B95-4E9C-8C00-4395B8094287}" type="pres">
      <dgm:prSet presAssocID="{CB6FF2EA-8EE1-48D9-972C-C8889E65A0FF}" presName="parTx4" presStyleLbl="node1" presStyleIdx="3" presStyleCnt="4"/>
      <dgm:spPr/>
    </dgm:pt>
  </dgm:ptLst>
  <dgm:cxnLst>
    <dgm:cxn modelId="{BD01230F-028F-40CF-A05E-33142F7D9C84}" type="presOf" srcId="{CB6FF2EA-8EE1-48D9-972C-C8889E65A0FF}" destId="{2B9673F8-8B95-4E9C-8C00-4395B8094287}" srcOrd="0" destOrd="0" presId="urn:microsoft.com/office/officeart/2009/3/layout/SubStepProcess"/>
    <dgm:cxn modelId="{786AB31D-4622-49E7-9382-94C29676248B}" type="presOf" srcId="{07F68EFF-A76A-430B-824F-1F23D1DD8703}" destId="{62F10D8A-7DA9-478D-83A3-915AC9B90B35}" srcOrd="0" destOrd="0" presId="urn:microsoft.com/office/officeart/2009/3/layout/SubStepProcess"/>
    <dgm:cxn modelId="{CD141F6D-2450-4448-B86F-CE8E0A7585C9}" srcId="{41F06A94-B31A-4A1A-BEA5-5AC1AEA7519F}" destId="{961A7B9C-0BF9-4D77-85F0-49EBB42298B5}" srcOrd="1" destOrd="0" parTransId="{37433514-E9FB-41BC-8517-B1FF5C7E992F}" sibTransId="{0CA49111-9C87-4F27-AD73-BBA5F24AFF8A}"/>
    <dgm:cxn modelId="{B3E14E4D-5B32-4D70-ADB1-F975EE03992E}" type="presOf" srcId="{E74C1FA7-C9A6-4F6D-802B-795F3A976A36}" destId="{B5BA1316-5F3B-4E2B-A822-22D188960EF6}" srcOrd="0" destOrd="0" presId="urn:microsoft.com/office/officeart/2009/3/layout/SubStepProcess"/>
    <dgm:cxn modelId="{AB557D72-BDD8-4BFE-84F0-A59C94E1E966}" srcId="{41F06A94-B31A-4A1A-BEA5-5AC1AEA7519F}" destId="{CB6FF2EA-8EE1-48D9-972C-C8889E65A0FF}" srcOrd="3" destOrd="0" parTransId="{A43B06AB-861B-4A02-8B8F-865AF5336346}" sibTransId="{DA54C979-8C78-4BA8-9023-30EF97FBE42D}"/>
    <dgm:cxn modelId="{54CC8B8D-C025-4810-A5D2-9F205CB7311F}" srcId="{41F06A94-B31A-4A1A-BEA5-5AC1AEA7519F}" destId="{07F68EFF-A76A-430B-824F-1F23D1DD8703}" srcOrd="2" destOrd="0" parTransId="{0FAC0A18-FB1E-4857-9FD4-C54A47035D39}" sibTransId="{58EAA629-AAD9-4F14-9762-8C9C6FA4F475}"/>
    <dgm:cxn modelId="{F22F1798-B3F7-47CB-9014-0235EE8A847E}" srcId="{41F06A94-B31A-4A1A-BEA5-5AC1AEA7519F}" destId="{E74C1FA7-C9A6-4F6D-802B-795F3A976A36}" srcOrd="0" destOrd="0" parTransId="{BE8DD921-AA34-4CC1-BE13-DFEEC7680405}" sibTransId="{DD6D3453-6103-44B4-AD7A-C753D3BD22CA}"/>
    <dgm:cxn modelId="{16924CCC-899B-472B-9227-83FAD66D8153}" type="presOf" srcId="{41F06A94-B31A-4A1A-BEA5-5AC1AEA7519F}" destId="{039D7982-CB43-46BB-84F3-C5013EC5D289}" srcOrd="0" destOrd="0" presId="urn:microsoft.com/office/officeart/2009/3/layout/SubStepProcess"/>
    <dgm:cxn modelId="{F3FCC2E7-D4DE-4D11-828B-E58EF8E054E8}" type="presOf" srcId="{961A7B9C-0BF9-4D77-85F0-49EBB42298B5}" destId="{2F7EA75A-40F4-42A1-9702-C293EEDCA0AE}" srcOrd="0" destOrd="0" presId="urn:microsoft.com/office/officeart/2009/3/layout/SubStepProcess"/>
    <dgm:cxn modelId="{B0B2A104-010E-4259-A470-1105C6E65B0D}" type="presParOf" srcId="{039D7982-CB43-46BB-84F3-C5013EC5D289}" destId="{B5BA1316-5F3B-4E2B-A822-22D188960EF6}" srcOrd="0" destOrd="0" presId="urn:microsoft.com/office/officeart/2009/3/layout/SubStepProcess"/>
    <dgm:cxn modelId="{B1289276-ED81-461D-AA1D-61203F508507}" type="presParOf" srcId="{039D7982-CB43-46BB-84F3-C5013EC5D289}" destId="{2F7EA75A-40F4-42A1-9702-C293EEDCA0AE}" srcOrd="1" destOrd="0" presId="urn:microsoft.com/office/officeart/2009/3/layout/SubStepProcess"/>
    <dgm:cxn modelId="{67600F12-9A6A-4B91-957B-033E70CACEC0}" type="presParOf" srcId="{039D7982-CB43-46BB-84F3-C5013EC5D289}" destId="{62F10D8A-7DA9-478D-83A3-915AC9B90B35}" srcOrd="2" destOrd="0" presId="urn:microsoft.com/office/officeart/2009/3/layout/SubStepProcess"/>
    <dgm:cxn modelId="{2E41BE36-7195-4A6D-80D9-26C332ACED1E}" type="presParOf" srcId="{039D7982-CB43-46BB-84F3-C5013EC5D289}" destId="{2B9673F8-8B95-4E9C-8C00-4395B8094287}" srcOrd="3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20208CB-EA1C-4A72-9D6B-9D343F9A6771}" type="doc">
      <dgm:prSet loTypeId="urn:microsoft.com/office/officeart/2005/8/layout/hierarchy2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14AACB-A48F-460C-88DB-C7A915DFD6E3}">
      <dgm:prSet/>
      <dgm:spPr/>
      <dgm:t>
        <a:bodyPr/>
        <a:lstStyle/>
        <a:p>
          <a:r>
            <a:rPr lang="en-US"/>
            <a:t>Unit tests: </a:t>
          </a:r>
        </a:p>
      </dgm:t>
    </dgm:pt>
    <dgm:pt modelId="{69E56D35-8AF0-41BC-93DF-E9577FE7F732}" type="parTrans" cxnId="{347B63B3-AFCA-4D3A-A485-386C68EB8707}">
      <dgm:prSet/>
      <dgm:spPr/>
      <dgm:t>
        <a:bodyPr/>
        <a:lstStyle/>
        <a:p>
          <a:endParaRPr lang="en-US"/>
        </a:p>
      </dgm:t>
    </dgm:pt>
    <dgm:pt modelId="{FBD69F8F-F74B-44EC-A232-12B297B73031}" type="sibTrans" cxnId="{347B63B3-AFCA-4D3A-A485-386C68EB8707}">
      <dgm:prSet/>
      <dgm:spPr/>
      <dgm:t>
        <a:bodyPr/>
        <a:lstStyle/>
        <a:p>
          <a:endParaRPr lang="en-US"/>
        </a:p>
      </dgm:t>
    </dgm:pt>
    <dgm:pt modelId="{9E365115-53B9-450A-A629-5695C55C6640}">
      <dgm:prSet/>
      <dgm:spPr/>
      <dgm:t>
        <a:bodyPr/>
        <a:lstStyle/>
        <a:p>
          <a:r>
            <a:rPr lang="en-US"/>
            <a:t>Input validation, </a:t>
          </a:r>
        </a:p>
      </dgm:t>
    </dgm:pt>
    <dgm:pt modelId="{6D268CE7-7846-4094-9E7C-559D8175B747}" type="parTrans" cxnId="{B4932BAD-5F7A-4AB5-B27D-5037FCEBF8A8}">
      <dgm:prSet/>
      <dgm:spPr/>
      <dgm:t>
        <a:bodyPr/>
        <a:lstStyle/>
        <a:p>
          <a:endParaRPr lang="en-US"/>
        </a:p>
      </dgm:t>
    </dgm:pt>
    <dgm:pt modelId="{DE5ED21B-9D82-453B-BEB5-A88F5DAB6725}" type="sibTrans" cxnId="{B4932BAD-5F7A-4AB5-B27D-5037FCEBF8A8}">
      <dgm:prSet/>
      <dgm:spPr/>
      <dgm:t>
        <a:bodyPr/>
        <a:lstStyle/>
        <a:p>
          <a:endParaRPr lang="en-US"/>
        </a:p>
      </dgm:t>
    </dgm:pt>
    <dgm:pt modelId="{6A43BC94-522A-428A-9CE0-ABF5271E476D}">
      <dgm:prSet/>
      <dgm:spPr/>
      <dgm:t>
        <a:bodyPr/>
        <a:lstStyle/>
        <a:p>
          <a:r>
            <a:rPr lang="en-US"/>
            <a:t>Decrypt helpers</a:t>
          </a:r>
        </a:p>
      </dgm:t>
    </dgm:pt>
    <dgm:pt modelId="{3514AE85-80A7-4F6C-8197-152AA31FB85F}" type="parTrans" cxnId="{53643048-E8E8-40DC-9A60-FA4749835A14}">
      <dgm:prSet/>
      <dgm:spPr/>
      <dgm:t>
        <a:bodyPr/>
        <a:lstStyle/>
        <a:p>
          <a:endParaRPr lang="en-US"/>
        </a:p>
      </dgm:t>
    </dgm:pt>
    <dgm:pt modelId="{69580DAE-000E-413E-A75D-0D090E02F506}" type="sibTrans" cxnId="{53643048-E8E8-40DC-9A60-FA4749835A14}">
      <dgm:prSet/>
      <dgm:spPr/>
      <dgm:t>
        <a:bodyPr/>
        <a:lstStyle/>
        <a:p>
          <a:endParaRPr lang="en-US"/>
        </a:p>
      </dgm:t>
    </dgm:pt>
    <dgm:pt modelId="{8E152C6F-7B17-4A7A-8BBD-282D2A3EAA4A}">
      <dgm:prSet/>
      <dgm:spPr/>
      <dgm:t>
        <a:bodyPr/>
        <a:lstStyle/>
        <a:p>
          <a:r>
            <a:rPr lang="en-US"/>
            <a:t>Integration tests: </a:t>
          </a:r>
        </a:p>
      </dgm:t>
    </dgm:pt>
    <dgm:pt modelId="{11F53596-D887-49C9-902B-399D42C3B72B}" type="parTrans" cxnId="{C455904E-82F3-4BCD-A786-212433AAA0AB}">
      <dgm:prSet/>
      <dgm:spPr/>
      <dgm:t>
        <a:bodyPr/>
        <a:lstStyle/>
        <a:p>
          <a:endParaRPr lang="en-US"/>
        </a:p>
      </dgm:t>
    </dgm:pt>
    <dgm:pt modelId="{2CF1F234-A235-4AB4-8F0F-96FE0CD51AF9}" type="sibTrans" cxnId="{C455904E-82F3-4BCD-A786-212433AAA0AB}">
      <dgm:prSet/>
      <dgm:spPr/>
      <dgm:t>
        <a:bodyPr/>
        <a:lstStyle/>
        <a:p>
          <a:endParaRPr lang="en-US"/>
        </a:p>
      </dgm:t>
    </dgm:pt>
    <dgm:pt modelId="{7A24D6AD-A867-4AE9-B7BA-CBDC242B4842}">
      <dgm:prSet/>
      <dgm:spPr/>
      <dgm:t>
        <a:bodyPr/>
        <a:lstStyle/>
        <a:p>
          <a:r>
            <a:rPr lang="en-US"/>
            <a:t>login + profile + enroll end-to-end</a:t>
          </a:r>
        </a:p>
      </dgm:t>
    </dgm:pt>
    <dgm:pt modelId="{AC50854C-870A-42D3-98CC-17F0AAD42151}" type="parTrans" cxnId="{C825AF24-E0B2-4CFF-B5F4-4967A6776D7E}">
      <dgm:prSet/>
      <dgm:spPr/>
      <dgm:t>
        <a:bodyPr/>
        <a:lstStyle/>
        <a:p>
          <a:endParaRPr lang="en-US"/>
        </a:p>
      </dgm:t>
    </dgm:pt>
    <dgm:pt modelId="{94AAB0EA-0809-4CB4-8D5F-9EB8F4EC306D}" type="sibTrans" cxnId="{C825AF24-E0B2-4CFF-B5F4-4967A6776D7E}">
      <dgm:prSet/>
      <dgm:spPr/>
      <dgm:t>
        <a:bodyPr/>
        <a:lstStyle/>
        <a:p>
          <a:endParaRPr lang="en-US"/>
        </a:p>
      </dgm:t>
    </dgm:pt>
    <dgm:pt modelId="{A5B74F59-3B77-4F59-A4A6-B5B2D923BC6E}">
      <dgm:prSet/>
      <dgm:spPr/>
      <dgm:t>
        <a:bodyPr/>
        <a:lstStyle/>
        <a:p>
          <a:r>
            <a:rPr lang="en-US"/>
            <a:t>Exit criteria:</a:t>
          </a:r>
        </a:p>
      </dgm:t>
    </dgm:pt>
    <dgm:pt modelId="{CAEBF8C5-1828-4BB6-B36E-DC643BF22B67}" type="parTrans" cxnId="{39177996-684A-459D-8FE4-07EA1EB2F04A}">
      <dgm:prSet/>
      <dgm:spPr/>
      <dgm:t>
        <a:bodyPr/>
        <a:lstStyle/>
        <a:p>
          <a:endParaRPr lang="en-US"/>
        </a:p>
      </dgm:t>
    </dgm:pt>
    <dgm:pt modelId="{091621C0-92F5-4987-84C6-8950E9B7EF9A}" type="sibTrans" cxnId="{39177996-684A-459D-8FE4-07EA1EB2F04A}">
      <dgm:prSet/>
      <dgm:spPr/>
      <dgm:t>
        <a:bodyPr/>
        <a:lstStyle/>
        <a:p>
          <a:endParaRPr lang="en-US"/>
        </a:p>
      </dgm:t>
    </dgm:pt>
    <dgm:pt modelId="{BC72E61F-5F7F-46AC-947A-5C4801DD51A7}">
      <dgm:prSet/>
      <dgm:spPr/>
      <dgm:t>
        <a:bodyPr/>
        <a:lstStyle/>
        <a:p>
          <a:r>
            <a:rPr lang="en-US" dirty="0"/>
            <a:t>All critical tests green</a:t>
          </a:r>
        </a:p>
      </dgm:t>
    </dgm:pt>
    <dgm:pt modelId="{31497A6C-83E2-410B-87F5-ACB36BA4F4A0}" type="parTrans" cxnId="{1E4ABC57-FA75-4993-AEC8-71DF262D7456}">
      <dgm:prSet/>
      <dgm:spPr/>
      <dgm:t>
        <a:bodyPr/>
        <a:lstStyle/>
        <a:p>
          <a:endParaRPr lang="en-US"/>
        </a:p>
      </dgm:t>
    </dgm:pt>
    <dgm:pt modelId="{E94F08BF-146A-440F-8F55-63D47A046308}" type="sibTrans" cxnId="{1E4ABC57-FA75-4993-AEC8-71DF262D7456}">
      <dgm:prSet/>
      <dgm:spPr/>
      <dgm:t>
        <a:bodyPr/>
        <a:lstStyle/>
        <a:p>
          <a:endParaRPr lang="en-US"/>
        </a:p>
      </dgm:t>
    </dgm:pt>
    <dgm:pt modelId="{1DD5A032-35F6-4575-BB1E-A1B5C7598F33}">
      <dgm:prSet/>
      <dgm:spPr/>
      <dgm:t>
        <a:bodyPr/>
        <a:lstStyle/>
        <a:p>
          <a:r>
            <a:rPr lang="en-US"/>
            <a:t>Schema applied</a:t>
          </a:r>
        </a:p>
      </dgm:t>
    </dgm:pt>
    <dgm:pt modelId="{51860972-7C13-45BF-B8FC-8A9C7B114528}" type="parTrans" cxnId="{E4F71962-FF38-429C-9F10-FFF921610C92}">
      <dgm:prSet/>
      <dgm:spPr/>
      <dgm:t>
        <a:bodyPr/>
        <a:lstStyle/>
        <a:p>
          <a:endParaRPr lang="en-US"/>
        </a:p>
      </dgm:t>
    </dgm:pt>
    <dgm:pt modelId="{29B522B0-64D8-4E9D-ADBC-353FD51885C2}" type="sibTrans" cxnId="{E4F71962-FF38-429C-9F10-FFF921610C92}">
      <dgm:prSet/>
      <dgm:spPr/>
      <dgm:t>
        <a:bodyPr/>
        <a:lstStyle/>
        <a:p>
          <a:endParaRPr lang="en-US"/>
        </a:p>
      </dgm:t>
    </dgm:pt>
    <dgm:pt modelId="{887FB1DE-BDF2-439B-8649-ACA97D5F14BE}">
      <dgm:prSet/>
      <dgm:spPr/>
      <dgm:t>
        <a:bodyPr/>
        <a:lstStyle/>
        <a:p>
          <a:r>
            <a:rPr lang="en-US"/>
            <a:t>Demo seed data verified</a:t>
          </a:r>
        </a:p>
      </dgm:t>
    </dgm:pt>
    <dgm:pt modelId="{F4B71FCE-D160-42B0-A963-F947322EB45C}" type="parTrans" cxnId="{A52B1E7C-BAA9-42F4-BC6E-05838DF814F7}">
      <dgm:prSet/>
      <dgm:spPr/>
      <dgm:t>
        <a:bodyPr/>
        <a:lstStyle/>
        <a:p>
          <a:endParaRPr lang="en-US"/>
        </a:p>
      </dgm:t>
    </dgm:pt>
    <dgm:pt modelId="{A4596036-9590-4F0C-8F70-93D9317858C6}" type="sibTrans" cxnId="{A52B1E7C-BAA9-42F4-BC6E-05838DF814F7}">
      <dgm:prSet/>
      <dgm:spPr/>
      <dgm:t>
        <a:bodyPr/>
        <a:lstStyle/>
        <a:p>
          <a:endParaRPr lang="en-US"/>
        </a:p>
      </dgm:t>
    </dgm:pt>
    <dgm:pt modelId="{77484128-AE8F-41D7-B6B6-4E2AB3901149}">
      <dgm:prSet/>
      <dgm:spPr/>
      <dgm:t>
        <a:bodyPr/>
        <a:lstStyle/>
        <a:p>
          <a:r>
            <a:rPr lang="en-US"/>
            <a:t>CSRF/token flows pass</a:t>
          </a:r>
        </a:p>
      </dgm:t>
    </dgm:pt>
    <dgm:pt modelId="{D5EDD4CD-30C4-4F30-A4BB-7F53402A179D}" type="parTrans" cxnId="{E56DFCF1-E3B0-4414-B99B-D629A8EA3620}">
      <dgm:prSet/>
      <dgm:spPr/>
      <dgm:t>
        <a:bodyPr/>
        <a:lstStyle/>
        <a:p>
          <a:endParaRPr lang="en-US"/>
        </a:p>
      </dgm:t>
    </dgm:pt>
    <dgm:pt modelId="{239A6A8A-605B-4B7E-8ABC-E013FF11D8B8}" type="sibTrans" cxnId="{E56DFCF1-E3B0-4414-B99B-D629A8EA3620}">
      <dgm:prSet/>
      <dgm:spPr/>
      <dgm:t>
        <a:bodyPr/>
        <a:lstStyle/>
        <a:p>
          <a:endParaRPr lang="en-US"/>
        </a:p>
      </dgm:t>
    </dgm:pt>
    <dgm:pt modelId="{0B6CED85-BB87-460A-A353-7218837687DC}" type="pres">
      <dgm:prSet presAssocID="{820208CB-EA1C-4A72-9D6B-9D343F9A677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B5A228A-5ACE-4C68-86AA-4AB8BE99C0B1}" type="pres">
      <dgm:prSet presAssocID="{2814AACB-A48F-460C-88DB-C7A915DFD6E3}" presName="root1" presStyleCnt="0"/>
      <dgm:spPr/>
    </dgm:pt>
    <dgm:pt modelId="{A78E3B96-EA29-4DDC-9B5A-8D3164B06B2E}" type="pres">
      <dgm:prSet presAssocID="{2814AACB-A48F-460C-88DB-C7A915DFD6E3}" presName="LevelOneTextNode" presStyleLbl="node0" presStyleIdx="0" presStyleCnt="3">
        <dgm:presLayoutVars>
          <dgm:chPref val="3"/>
        </dgm:presLayoutVars>
      </dgm:prSet>
      <dgm:spPr/>
    </dgm:pt>
    <dgm:pt modelId="{547D737F-B141-43E2-AF2F-7510245247A4}" type="pres">
      <dgm:prSet presAssocID="{2814AACB-A48F-460C-88DB-C7A915DFD6E3}" presName="level2hierChild" presStyleCnt="0"/>
      <dgm:spPr/>
    </dgm:pt>
    <dgm:pt modelId="{28BA6BE1-3E2D-4729-94CB-2683BDD67564}" type="pres">
      <dgm:prSet presAssocID="{6D268CE7-7846-4094-9E7C-559D8175B747}" presName="conn2-1" presStyleLbl="parChTrans1D2" presStyleIdx="0" presStyleCnt="7"/>
      <dgm:spPr/>
    </dgm:pt>
    <dgm:pt modelId="{39D11A07-F340-4CE7-B491-1AACA51CD6E2}" type="pres">
      <dgm:prSet presAssocID="{6D268CE7-7846-4094-9E7C-559D8175B747}" presName="connTx" presStyleLbl="parChTrans1D2" presStyleIdx="0" presStyleCnt="7"/>
      <dgm:spPr/>
    </dgm:pt>
    <dgm:pt modelId="{2DA7B584-066D-4BD5-A8DB-23E81A0DDB7B}" type="pres">
      <dgm:prSet presAssocID="{9E365115-53B9-450A-A629-5695C55C6640}" presName="root2" presStyleCnt="0"/>
      <dgm:spPr/>
    </dgm:pt>
    <dgm:pt modelId="{6F017640-CC98-426C-9E61-CAF3361BBEF9}" type="pres">
      <dgm:prSet presAssocID="{9E365115-53B9-450A-A629-5695C55C6640}" presName="LevelTwoTextNode" presStyleLbl="node2" presStyleIdx="0" presStyleCnt="7">
        <dgm:presLayoutVars>
          <dgm:chPref val="3"/>
        </dgm:presLayoutVars>
      </dgm:prSet>
      <dgm:spPr/>
    </dgm:pt>
    <dgm:pt modelId="{75DED825-EDF7-4751-AAFB-1BCC92BA5026}" type="pres">
      <dgm:prSet presAssocID="{9E365115-53B9-450A-A629-5695C55C6640}" presName="level3hierChild" presStyleCnt="0"/>
      <dgm:spPr/>
    </dgm:pt>
    <dgm:pt modelId="{B3C0DF34-FBA2-462E-A460-9BCC12C5D651}" type="pres">
      <dgm:prSet presAssocID="{3514AE85-80A7-4F6C-8197-152AA31FB85F}" presName="conn2-1" presStyleLbl="parChTrans1D2" presStyleIdx="1" presStyleCnt="7"/>
      <dgm:spPr/>
    </dgm:pt>
    <dgm:pt modelId="{D7141874-4450-4AB0-8516-CAB4FD4D62B2}" type="pres">
      <dgm:prSet presAssocID="{3514AE85-80A7-4F6C-8197-152AA31FB85F}" presName="connTx" presStyleLbl="parChTrans1D2" presStyleIdx="1" presStyleCnt="7"/>
      <dgm:spPr/>
    </dgm:pt>
    <dgm:pt modelId="{A3B0DC94-6E87-42D5-AE43-15D9F96EBE3F}" type="pres">
      <dgm:prSet presAssocID="{6A43BC94-522A-428A-9CE0-ABF5271E476D}" presName="root2" presStyleCnt="0"/>
      <dgm:spPr/>
    </dgm:pt>
    <dgm:pt modelId="{44ED07ED-1EE9-49FD-AB23-BFD4F089F03A}" type="pres">
      <dgm:prSet presAssocID="{6A43BC94-522A-428A-9CE0-ABF5271E476D}" presName="LevelTwoTextNode" presStyleLbl="node2" presStyleIdx="1" presStyleCnt="7">
        <dgm:presLayoutVars>
          <dgm:chPref val="3"/>
        </dgm:presLayoutVars>
      </dgm:prSet>
      <dgm:spPr/>
    </dgm:pt>
    <dgm:pt modelId="{87A7A657-D08F-4ED9-A6D1-91D770875485}" type="pres">
      <dgm:prSet presAssocID="{6A43BC94-522A-428A-9CE0-ABF5271E476D}" presName="level3hierChild" presStyleCnt="0"/>
      <dgm:spPr/>
    </dgm:pt>
    <dgm:pt modelId="{C3FA6AE1-DA69-4BFE-896B-36F6112D084E}" type="pres">
      <dgm:prSet presAssocID="{8E152C6F-7B17-4A7A-8BBD-282D2A3EAA4A}" presName="root1" presStyleCnt="0"/>
      <dgm:spPr/>
    </dgm:pt>
    <dgm:pt modelId="{3AD5B445-3C83-400E-B637-697A0CDCD64C}" type="pres">
      <dgm:prSet presAssocID="{8E152C6F-7B17-4A7A-8BBD-282D2A3EAA4A}" presName="LevelOneTextNode" presStyleLbl="node0" presStyleIdx="1" presStyleCnt="3">
        <dgm:presLayoutVars>
          <dgm:chPref val="3"/>
        </dgm:presLayoutVars>
      </dgm:prSet>
      <dgm:spPr/>
    </dgm:pt>
    <dgm:pt modelId="{8712B746-25E2-48B5-BC49-8BB7829CAF08}" type="pres">
      <dgm:prSet presAssocID="{8E152C6F-7B17-4A7A-8BBD-282D2A3EAA4A}" presName="level2hierChild" presStyleCnt="0"/>
      <dgm:spPr/>
    </dgm:pt>
    <dgm:pt modelId="{9DE241F6-E839-4583-AE85-D7BF7681C56D}" type="pres">
      <dgm:prSet presAssocID="{AC50854C-870A-42D3-98CC-17F0AAD42151}" presName="conn2-1" presStyleLbl="parChTrans1D2" presStyleIdx="2" presStyleCnt="7"/>
      <dgm:spPr/>
    </dgm:pt>
    <dgm:pt modelId="{35FBA38D-E819-4724-AD28-8953BC62ADE5}" type="pres">
      <dgm:prSet presAssocID="{AC50854C-870A-42D3-98CC-17F0AAD42151}" presName="connTx" presStyleLbl="parChTrans1D2" presStyleIdx="2" presStyleCnt="7"/>
      <dgm:spPr/>
    </dgm:pt>
    <dgm:pt modelId="{51402658-EA3A-4774-B44F-982F6B95B115}" type="pres">
      <dgm:prSet presAssocID="{7A24D6AD-A867-4AE9-B7BA-CBDC242B4842}" presName="root2" presStyleCnt="0"/>
      <dgm:spPr/>
    </dgm:pt>
    <dgm:pt modelId="{E54306B1-421C-4B62-B50A-A100F9193ACF}" type="pres">
      <dgm:prSet presAssocID="{7A24D6AD-A867-4AE9-B7BA-CBDC242B4842}" presName="LevelTwoTextNode" presStyleLbl="node2" presStyleIdx="2" presStyleCnt="7">
        <dgm:presLayoutVars>
          <dgm:chPref val="3"/>
        </dgm:presLayoutVars>
      </dgm:prSet>
      <dgm:spPr/>
    </dgm:pt>
    <dgm:pt modelId="{E064BA2A-4934-46BE-9AF0-5954DE64E179}" type="pres">
      <dgm:prSet presAssocID="{7A24D6AD-A867-4AE9-B7BA-CBDC242B4842}" presName="level3hierChild" presStyleCnt="0"/>
      <dgm:spPr/>
    </dgm:pt>
    <dgm:pt modelId="{717A1A6A-606E-43E7-A7C4-9D1B6F5D4320}" type="pres">
      <dgm:prSet presAssocID="{A5B74F59-3B77-4F59-A4A6-B5B2D923BC6E}" presName="root1" presStyleCnt="0"/>
      <dgm:spPr/>
    </dgm:pt>
    <dgm:pt modelId="{4B7111D3-289E-4EB9-A865-CB60125F8DB3}" type="pres">
      <dgm:prSet presAssocID="{A5B74F59-3B77-4F59-A4A6-B5B2D923BC6E}" presName="LevelOneTextNode" presStyleLbl="node0" presStyleIdx="2" presStyleCnt="3">
        <dgm:presLayoutVars>
          <dgm:chPref val="3"/>
        </dgm:presLayoutVars>
      </dgm:prSet>
      <dgm:spPr/>
    </dgm:pt>
    <dgm:pt modelId="{251055B2-7808-4336-AF1C-3B507DA558E5}" type="pres">
      <dgm:prSet presAssocID="{A5B74F59-3B77-4F59-A4A6-B5B2D923BC6E}" presName="level2hierChild" presStyleCnt="0"/>
      <dgm:spPr/>
    </dgm:pt>
    <dgm:pt modelId="{8F8E115E-B581-4B39-BB7E-D1BCDCAD5FAE}" type="pres">
      <dgm:prSet presAssocID="{31497A6C-83E2-410B-87F5-ACB36BA4F4A0}" presName="conn2-1" presStyleLbl="parChTrans1D2" presStyleIdx="3" presStyleCnt="7"/>
      <dgm:spPr/>
    </dgm:pt>
    <dgm:pt modelId="{D6C47C82-28DB-454E-B9D6-EB4486DED215}" type="pres">
      <dgm:prSet presAssocID="{31497A6C-83E2-410B-87F5-ACB36BA4F4A0}" presName="connTx" presStyleLbl="parChTrans1D2" presStyleIdx="3" presStyleCnt="7"/>
      <dgm:spPr/>
    </dgm:pt>
    <dgm:pt modelId="{498A77E1-9DE5-480B-B6E3-B843D6A441E7}" type="pres">
      <dgm:prSet presAssocID="{BC72E61F-5F7F-46AC-947A-5C4801DD51A7}" presName="root2" presStyleCnt="0"/>
      <dgm:spPr/>
    </dgm:pt>
    <dgm:pt modelId="{31FDC910-3436-415C-906D-0B7C27A911D9}" type="pres">
      <dgm:prSet presAssocID="{BC72E61F-5F7F-46AC-947A-5C4801DD51A7}" presName="LevelTwoTextNode" presStyleLbl="node2" presStyleIdx="3" presStyleCnt="7">
        <dgm:presLayoutVars>
          <dgm:chPref val="3"/>
        </dgm:presLayoutVars>
      </dgm:prSet>
      <dgm:spPr/>
    </dgm:pt>
    <dgm:pt modelId="{F15CAEC7-2960-4793-933A-62A7F26E0DBB}" type="pres">
      <dgm:prSet presAssocID="{BC72E61F-5F7F-46AC-947A-5C4801DD51A7}" presName="level3hierChild" presStyleCnt="0"/>
      <dgm:spPr/>
    </dgm:pt>
    <dgm:pt modelId="{9DEA63A1-AD9A-4D38-9758-870CE091A1D4}" type="pres">
      <dgm:prSet presAssocID="{51860972-7C13-45BF-B8FC-8A9C7B114528}" presName="conn2-1" presStyleLbl="parChTrans1D2" presStyleIdx="4" presStyleCnt="7"/>
      <dgm:spPr/>
    </dgm:pt>
    <dgm:pt modelId="{E83F4A09-1EED-4319-8FF5-CD0EB61E423B}" type="pres">
      <dgm:prSet presAssocID="{51860972-7C13-45BF-B8FC-8A9C7B114528}" presName="connTx" presStyleLbl="parChTrans1D2" presStyleIdx="4" presStyleCnt="7"/>
      <dgm:spPr/>
    </dgm:pt>
    <dgm:pt modelId="{01633195-054D-42F0-ACFA-922A60C21E3C}" type="pres">
      <dgm:prSet presAssocID="{1DD5A032-35F6-4575-BB1E-A1B5C7598F33}" presName="root2" presStyleCnt="0"/>
      <dgm:spPr/>
    </dgm:pt>
    <dgm:pt modelId="{6D48EB06-C667-435F-8753-43BCC5EEEB98}" type="pres">
      <dgm:prSet presAssocID="{1DD5A032-35F6-4575-BB1E-A1B5C7598F33}" presName="LevelTwoTextNode" presStyleLbl="node2" presStyleIdx="4" presStyleCnt="7">
        <dgm:presLayoutVars>
          <dgm:chPref val="3"/>
        </dgm:presLayoutVars>
      </dgm:prSet>
      <dgm:spPr/>
    </dgm:pt>
    <dgm:pt modelId="{2CDEC89F-7E46-42F2-8B66-406E32799CF7}" type="pres">
      <dgm:prSet presAssocID="{1DD5A032-35F6-4575-BB1E-A1B5C7598F33}" presName="level3hierChild" presStyleCnt="0"/>
      <dgm:spPr/>
    </dgm:pt>
    <dgm:pt modelId="{27CD0195-F0EA-4711-A777-376C01621EAE}" type="pres">
      <dgm:prSet presAssocID="{F4B71FCE-D160-42B0-A963-F947322EB45C}" presName="conn2-1" presStyleLbl="parChTrans1D2" presStyleIdx="5" presStyleCnt="7"/>
      <dgm:spPr/>
    </dgm:pt>
    <dgm:pt modelId="{08906155-6729-4CCB-B65B-1D64067CEABC}" type="pres">
      <dgm:prSet presAssocID="{F4B71FCE-D160-42B0-A963-F947322EB45C}" presName="connTx" presStyleLbl="parChTrans1D2" presStyleIdx="5" presStyleCnt="7"/>
      <dgm:spPr/>
    </dgm:pt>
    <dgm:pt modelId="{BD7C0A6D-DA8D-436C-BA4E-1463B6CA9DB6}" type="pres">
      <dgm:prSet presAssocID="{887FB1DE-BDF2-439B-8649-ACA97D5F14BE}" presName="root2" presStyleCnt="0"/>
      <dgm:spPr/>
    </dgm:pt>
    <dgm:pt modelId="{066D57D4-4F51-4D5B-B256-3C0F0E2DF404}" type="pres">
      <dgm:prSet presAssocID="{887FB1DE-BDF2-439B-8649-ACA97D5F14BE}" presName="LevelTwoTextNode" presStyleLbl="node2" presStyleIdx="5" presStyleCnt="7">
        <dgm:presLayoutVars>
          <dgm:chPref val="3"/>
        </dgm:presLayoutVars>
      </dgm:prSet>
      <dgm:spPr/>
    </dgm:pt>
    <dgm:pt modelId="{A1B1E54D-885D-48B9-AF60-74421A559688}" type="pres">
      <dgm:prSet presAssocID="{887FB1DE-BDF2-439B-8649-ACA97D5F14BE}" presName="level3hierChild" presStyleCnt="0"/>
      <dgm:spPr/>
    </dgm:pt>
    <dgm:pt modelId="{C9181A4D-D7C7-4030-9707-DD02754964F8}" type="pres">
      <dgm:prSet presAssocID="{D5EDD4CD-30C4-4F30-A4BB-7F53402A179D}" presName="conn2-1" presStyleLbl="parChTrans1D2" presStyleIdx="6" presStyleCnt="7"/>
      <dgm:spPr/>
    </dgm:pt>
    <dgm:pt modelId="{9014EC90-3FDA-4F0E-9501-9151A8F6310D}" type="pres">
      <dgm:prSet presAssocID="{D5EDD4CD-30C4-4F30-A4BB-7F53402A179D}" presName="connTx" presStyleLbl="parChTrans1D2" presStyleIdx="6" presStyleCnt="7"/>
      <dgm:spPr/>
    </dgm:pt>
    <dgm:pt modelId="{F04ECCEA-4848-4F53-92AE-8807DE5BE19B}" type="pres">
      <dgm:prSet presAssocID="{77484128-AE8F-41D7-B6B6-4E2AB3901149}" presName="root2" presStyleCnt="0"/>
      <dgm:spPr/>
    </dgm:pt>
    <dgm:pt modelId="{AA772BB7-B8D7-4533-8240-7B4D77B08976}" type="pres">
      <dgm:prSet presAssocID="{77484128-AE8F-41D7-B6B6-4E2AB3901149}" presName="LevelTwoTextNode" presStyleLbl="node2" presStyleIdx="6" presStyleCnt="7">
        <dgm:presLayoutVars>
          <dgm:chPref val="3"/>
        </dgm:presLayoutVars>
      </dgm:prSet>
      <dgm:spPr/>
    </dgm:pt>
    <dgm:pt modelId="{4FDB7DE7-EF06-441B-A462-076A23983C7E}" type="pres">
      <dgm:prSet presAssocID="{77484128-AE8F-41D7-B6B6-4E2AB3901149}" presName="level3hierChild" presStyleCnt="0"/>
      <dgm:spPr/>
    </dgm:pt>
  </dgm:ptLst>
  <dgm:cxnLst>
    <dgm:cxn modelId="{AF456904-041D-46FC-962C-8F9CCD1C5235}" type="presOf" srcId="{6D268CE7-7846-4094-9E7C-559D8175B747}" destId="{28BA6BE1-3E2D-4729-94CB-2683BDD67564}" srcOrd="0" destOrd="0" presId="urn:microsoft.com/office/officeart/2005/8/layout/hierarchy2"/>
    <dgm:cxn modelId="{2541C11F-3A46-4DB8-B62C-03C3A5A70699}" type="presOf" srcId="{31497A6C-83E2-410B-87F5-ACB36BA4F4A0}" destId="{D6C47C82-28DB-454E-B9D6-EB4486DED215}" srcOrd="1" destOrd="0" presId="urn:microsoft.com/office/officeart/2005/8/layout/hierarchy2"/>
    <dgm:cxn modelId="{C825AF24-E0B2-4CFF-B5F4-4967A6776D7E}" srcId="{8E152C6F-7B17-4A7A-8BBD-282D2A3EAA4A}" destId="{7A24D6AD-A867-4AE9-B7BA-CBDC242B4842}" srcOrd="0" destOrd="0" parTransId="{AC50854C-870A-42D3-98CC-17F0AAD42151}" sibTransId="{94AAB0EA-0809-4CB4-8D5F-9EB8F4EC306D}"/>
    <dgm:cxn modelId="{123C5F2C-8C4B-40F6-999D-E7F9998355D1}" type="presOf" srcId="{77484128-AE8F-41D7-B6B6-4E2AB3901149}" destId="{AA772BB7-B8D7-4533-8240-7B4D77B08976}" srcOrd="0" destOrd="0" presId="urn:microsoft.com/office/officeart/2005/8/layout/hierarchy2"/>
    <dgm:cxn modelId="{AAE0D036-57CE-403F-90A7-833CFB571402}" type="presOf" srcId="{8E152C6F-7B17-4A7A-8BBD-282D2A3EAA4A}" destId="{3AD5B445-3C83-400E-B637-697A0CDCD64C}" srcOrd="0" destOrd="0" presId="urn:microsoft.com/office/officeart/2005/8/layout/hierarchy2"/>
    <dgm:cxn modelId="{8331273B-8C5A-4714-85CF-A93C9D02569F}" type="presOf" srcId="{31497A6C-83E2-410B-87F5-ACB36BA4F4A0}" destId="{8F8E115E-B581-4B39-BB7E-D1BCDCAD5FAE}" srcOrd="0" destOrd="0" presId="urn:microsoft.com/office/officeart/2005/8/layout/hierarchy2"/>
    <dgm:cxn modelId="{7C7A475B-FEBA-4261-A1A6-6F4B0145DF58}" type="presOf" srcId="{9E365115-53B9-450A-A629-5695C55C6640}" destId="{6F017640-CC98-426C-9E61-CAF3361BBEF9}" srcOrd="0" destOrd="0" presId="urn:microsoft.com/office/officeart/2005/8/layout/hierarchy2"/>
    <dgm:cxn modelId="{AE35A25F-2525-42A0-AC52-D430872596F7}" type="presOf" srcId="{BC72E61F-5F7F-46AC-947A-5C4801DD51A7}" destId="{31FDC910-3436-415C-906D-0B7C27A911D9}" srcOrd="0" destOrd="0" presId="urn:microsoft.com/office/officeart/2005/8/layout/hierarchy2"/>
    <dgm:cxn modelId="{CF75C961-D451-4268-9074-8A7D2687D149}" type="presOf" srcId="{D5EDD4CD-30C4-4F30-A4BB-7F53402A179D}" destId="{9014EC90-3FDA-4F0E-9501-9151A8F6310D}" srcOrd="1" destOrd="0" presId="urn:microsoft.com/office/officeart/2005/8/layout/hierarchy2"/>
    <dgm:cxn modelId="{E4F71962-FF38-429C-9F10-FFF921610C92}" srcId="{A5B74F59-3B77-4F59-A4A6-B5B2D923BC6E}" destId="{1DD5A032-35F6-4575-BB1E-A1B5C7598F33}" srcOrd="1" destOrd="0" parTransId="{51860972-7C13-45BF-B8FC-8A9C7B114528}" sibTransId="{29B522B0-64D8-4E9D-ADBC-353FD51885C2}"/>
    <dgm:cxn modelId="{D4A43544-C070-40B8-99FC-6AA6D47A59B2}" type="presOf" srcId="{F4B71FCE-D160-42B0-A963-F947322EB45C}" destId="{27CD0195-F0EA-4711-A777-376C01621EAE}" srcOrd="0" destOrd="0" presId="urn:microsoft.com/office/officeart/2005/8/layout/hierarchy2"/>
    <dgm:cxn modelId="{53643048-E8E8-40DC-9A60-FA4749835A14}" srcId="{2814AACB-A48F-460C-88DB-C7A915DFD6E3}" destId="{6A43BC94-522A-428A-9CE0-ABF5271E476D}" srcOrd="1" destOrd="0" parTransId="{3514AE85-80A7-4F6C-8197-152AA31FB85F}" sibTransId="{69580DAE-000E-413E-A75D-0D090E02F506}"/>
    <dgm:cxn modelId="{C455904E-82F3-4BCD-A786-212433AAA0AB}" srcId="{820208CB-EA1C-4A72-9D6B-9D343F9A6771}" destId="{8E152C6F-7B17-4A7A-8BBD-282D2A3EAA4A}" srcOrd="1" destOrd="0" parTransId="{11F53596-D887-49C9-902B-399D42C3B72B}" sibTransId="{2CF1F234-A235-4AB4-8F0F-96FE0CD51AF9}"/>
    <dgm:cxn modelId="{04711070-D1F6-482B-949C-76601D3C0A86}" type="presOf" srcId="{3514AE85-80A7-4F6C-8197-152AA31FB85F}" destId="{B3C0DF34-FBA2-462E-A460-9BCC12C5D651}" srcOrd="0" destOrd="0" presId="urn:microsoft.com/office/officeart/2005/8/layout/hierarchy2"/>
    <dgm:cxn modelId="{0D793171-BBEE-4D9A-9E94-0C78F197AE4F}" type="presOf" srcId="{2814AACB-A48F-460C-88DB-C7A915DFD6E3}" destId="{A78E3B96-EA29-4DDC-9B5A-8D3164B06B2E}" srcOrd="0" destOrd="0" presId="urn:microsoft.com/office/officeart/2005/8/layout/hierarchy2"/>
    <dgm:cxn modelId="{1E4ABC57-FA75-4993-AEC8-71DF262D7456}" srcId="{A5B74F59-3B77-4F59-A4A6-B5B2D923BC6E}" destId="{BC72E61F-5F7F-46AC-947A-5C4801DD51A7}" srcOrd="0" destOrd="0" parTransId="{31497A6C-83E2-410B-87F5-ACB36BA4F4A0}" sibTransId="{E94F08BF-146A-440F-8F55-63D47A046308}"/>
    <dgm:cxn modelId="{F45B0B7B-7819-4DA6-AF6C-CFB3CFBA8168}" type="presOf" srcId="{F4B71FCE-D160-42B0-A963-F947322EB45C}" destId="{08906155-6729-4CCB-B65B-1D64067CEABC}" srcOrd="1" destOrd="0" presId="urn:microsoft.com/office/officeart/2005/8/layout/hierarchy2"/>
    <dgm:cxn modelId="{A52B1E7C-BAA9-42F4-BC6E-05838DF814F7}" srcId="{A5B74F59-3B77-4F59-A4A6-B5B2D923BC6E}" destId="{887FB1DE-BDF2-439B-8649-ACA97D5F14BE}" srcOrd="2" destOrd="0" parTransId="{F4B71FCE-D160-42B0-A963-F947322EB45C}" sibTransId="{A4596036-9590-4F0C-8F70-93D9317858C6}"/>
    <dgm:cxn modelId="{E75F2F92-FC4C-4964-8F8D-F203BCA4AE97}" type="presOf" srcId="{820208CB-EA1C-4A72-9D6B-9D343F9A6771}" destId="{0B6CED85-BB87-460A-A353-7218837687DC}" srcOrd="0" destOrd="0" presId="urn:microsoft.com/office/officeart/2005/8/layout/hierarchy2"/>
    <dgm:cxn modelId="{CF8C4692-6BCD-4542-AA91-F6C52F89CE22}" type="presOf" srcId="{AC50854C-870A-42D3-98CC-17F0AAD42151}" destId="{9DE241F6-E839-4583-AE85-D7BF7681C56D}" srcOrd="0" destOrd="0" presId="urn:microsoft.com/office/officeart/2005/8/layout/hierarchy2"/>
    <dgm:cxn modelId="{E4D83295-56BC-41A3-BEFF-62D5D39D4AB7}" type="presOf" srcId="{AC50854C-870A-42D3-98CC-17F0AAD42151}" destId="{35FBA38D-E819-4724-AD28-8953BC62ADE5}" srcOrd="1" destOrd="0" presId="urn:microsoft.com/office/officeart/2005/8/layout/hierarchy2"/>
    <dgm:cxn modelId="{39177996-684A-459D-8FE4-07EA1EB2F04A}" srcId="{820208CB-EA1C-4A72-9D6B-9D343F9A6771}" destId="{A5B74F59-3B77-4F59-A4A6-B5B2D923BC6E}" srcOrd="2" destOrd="0" parTransId="{CAEBF8C5-1828-4BB6-B36E-DC643BF22B67}" sibTransId="{091621C0-92F5-4987-84C6-8950E9B7EF9A}"/>
    <dgm:cxn modelId="{89552398-80F5-47A3-824D-0CAF55F4FB4A}" type="presOf" srcId="{7A24D6AD-A867-4AE9-B7BA-CBDC242B4842}" destId="{E54306B1-421C-4B62-B50A-A100F9193ACF}" srcOrd="0" destOrd="0" presId="urn:microsoft.com/office/officeart/2005/8/layout/hierarchy2"/>
    <dgm:cxn modelId="{CBBE8FA4-8B22-45DA-BF92-4F4DAA563139}" type="presOf" srcId="{887FB1DE-BDF2-439B-8649-ACA97D5F14BE}" destId="{066D57D4-4F51-4D5B-B256-3C0F0E2DF404}" srcOrd="0" destOrd="0" presId="urn:microsoft.com/office/officeart/2005/8/layout/hierarchy2"/>
    <dgm:cxn modelId="{6EA911A6-EA78-4B9D-A992-899087EADED0}" type="presOf" srcId="{1DD5A032-35F6-4575-BB1E-A1B5C7598F33}" destId="{6D48EB06-C667-435F-8753-43BCC5EEEB98}" srcOrd="0" destOrd="0" presId="urn:microsoft.com/office/officeart/2005/8/layout/hierarchy2"/>
    <dgm:cxn modelId="{B4932BAD-5F7A-4AB5-B27D-5037FCEBF8A8}" srcId="{2814AACB-A48F-460C-88DB-C7A915DFD6E3}" destId="{9E365115-53B9-450A-A629-5695C55C6640}" srcOrd="0" destOrd="0" parTransId="{6D268CE7-7846-4094-9E7C-559D8175B747}" sibTransId="{DE5ED21B-9D82-453B-BEB5-A88F5DAB6725}"/>
    <dgm:cxn modelId="{DAA43FB3-DA9C-4A4A-99BF-47966B46AA83}" type="presOf" srcId="{6A43BC94-522A-428A-9CE0-ABF5271E476D}" destId="{44ED07ED-1EE9-49FD-AB23-BFD4F089F03A}" srcOrd="0" destOrd="0" presId="urn:microsoft.com/office/officeart/2005/8/layout/hierarchy2"/>
    <dgm:cxn modelId="{347B63B3-AFCA-4D3A-A485-386C68EB8707}" srcId="{820208CB-EA1C-4A72-9D6B-9D343F9A6771}" destId="{2814AACB-A48F-460C-88DB-C7A915DFD6E3}" srcOrd="0" destOrd="0" parTransId="{69E56D35-8AF0-41BC-93DF-E9577FE7F732}" sibTransId="{FBD69F8F-F74B-44EC-A232-12B297B73031}"/>
    <dgm:cxn modelId="{A510DFB3-AFBB-4436-A102-498929A768A9}" type="presOf" srcId="{51860972-7C13-45BF-B8FC-8A9C7B114528}" destId="{E83F4A09-1EED-4319-8FF5-CD0EB61E423B}" srcOrd="1" destOrd="0" presId="urn:microsoft.com/office/officeart/2005/8/layout/hierarchy2"/>
    <dgm:cxn modelId="{7910F2C8-99AA-4E39-BF04-3CB0B39E1A13}" type="presOf" srcId="{D5EDD4CD-30C4-4F30-A4BB-7F53402A179D}" destId="{C9181A4D-D7C7-4030-9707-DD02754964F8}" srcOrd="0" destOrd="0" presId="urn:microsoft.com/office/officeart/2005/8/layout/hierarchy2"/>
    <dgm:cxn modelId="{9FC6BDDC-597B-4CDB-8E69-CF1D316BF1AA}" type="presOf" srcId="{A5B74F59-3B77-4F59-A4A6-B5B2D923BC6E}" destId="{4B7111D3-289E-4EB9-A865-CB60125F8DB3}" srcOrd="0" destOrd="0" presId="urn:microsoft.com/office/officeart/2005/8/layout/hierarchy2"/>
    <dgm:cxn modelId="{813618E5-76C5-4BAC-8B9E-235ADBC6308B}" type="presOf" srcId="{51860972-7C13-45BF-B8FC-8A9C7B114528}" destId="{9DEA63A1-AD9A-4D38-9758-870CE091A1D4}" srcOrd="0" destOrd="0" presId="urn:microsoft.com/office/officeart/2005/8/layout/hierarchy2"/>
    <dgm:cxn modelId="{E56DFCF1-E3B0-4414-B99B-D629A8EA3620}" srcId="{A5B74F59-3B77-4F59-A4A6-B5B2D923BC6E}" destId="{77484128-AE8F-41D7-B6B6-4E2AB3901149}" srcOrd="3" destOrd="0" parTransId="{D5EDD4CD-30C4-4F30-A4BB-7F53402A179D}" sibTransId="{239A6A8A-605B-4B7E-8ABC-E013FF11D8B8}"/>
    <dgm:cxn modelId="{2BD452F3-20F2-411A-BD8E-9BD33E3E192E}" type="presOf" srcId="{3514AE85-80A7-4F6C-8197-152AA31FB85F}" destId="{D7141874-4450-4AB0-8516-CAB4FD4D62B2}" srcOrd="1" destOrd="0" presId="urn:microsoft.com/office/officeart/2005/8/layout/hierarchy2"/>
    <dgm:cxn modelId="{F0F346F9-FCBA-4111-BEAC-B26D8A31A8B5}" type="presOf" srcId="{6D268CE7-7846-4094-9E7C-559D8175B747}" destId="{39D11A07-F340-4CE7-B491-1AACA51CD6E2}" srcOrd="1" destOrd="0" presId="urn:microsoft.com/office/officeart/2005/8/layout/hierarchy2"/>
    <dgm:cxn modelId="{7558FAC2-9AB4-4039-8A87-A92E6E34876C}" type="presParOf" srcId="{0B6CED85-BB87-460A-A353-7218837687DC}" destId="{BB5A228A-5ACE-4C68-86AA-4AB8BE99C0B1}" srcOrd="0" destOrd="0" presId="urn:microsoft.com/office/officeart/2005/8/layout/hierarchy2"/>
    <dgm:cxn modelId="{87C1B94B-6365-4F64-8E5D-A977544F77B7}" type="presParOf" srcId="{BB5A228A-5ACE-4C68-86AA-4AB8BE99C0B1}" destId="{A78E3B96-EA29-4DDC-9B5A-8D3164B06B2E}" srcOrd="0" destOrd="0" presId="urn:microsoft.com/office/officeart/2005/8/layout/hierarchy2"/>
    <dgm:cxn modelId="{DE080BD1-DC7B-49F4-B084-F85364C24F9D}" type="presParOf" srcId="{BB5A228A-5ACE-4C68-86AA-4AB8BE99C0B1}" destId="{547D737F-B141-43E2-AF2F-7510245247A4}" srcOrd="1" destOrd="0" presId="urn:microsoft.com/office/officeart/2005/8/layout/hierarchy2"/>
    <dgm:cxn modelId="{BADA10E1-6AEF-470A-AF6D-96114205C077}" type="presParOf" srcId="{547D737F-B141-43E2-AF2F-7510245247A4}" destId="{28BA6BE1-3E2D-4729-94CB-2683BDD67564}" srcOrd="0" destOrd="0" presId="urn:microsoft.com/office/officeart/2005/8/layout/hierarchy2"/>
    <dgm:cxn modelId="{C1DA57EF-3CCB-42A2-880E-D52999BC952E}" type="presParOf" srcId="{28BA6BE1-3E2D-4729-94CB-2683BDD67564}" destId="{39D11A07-F340-4CE7-B491-1AACA51CD6E2}" srcOrd="0" destOrd="0" presId="urn:microsoft.com/office/officeart/2005/8/layout/hierarchy2"/>
    <dgm:cxn modelId="{51AC92BE-549C-49AD-834A-CC457F9F7A86}" type="presParOf" srcId="{547D737F-B141-43E2-AF2F-7510245247A4}" destId="{2DA7B584-066D-4BD5-A8DB-23E81A0DDB7B}" srcOrd="1" destOrd="0" presId="urn:microsoft.com/office/officeart/2005/8/layout/hierarchy2"/>
    <dgm:cxn modelId="{C032D34E-E018-4FE0-A70B-226373577D3C}" type="presParOf" srcId="{2DA7B584-066D-4BD5-A8DB-23E81A0DDB7B}" destId="{6F017640-CC98-426C-9E61-CAF3361BBEF9}" srcOrd="0" destOrd="0" presId="urn:microsoft.com/office/officeart/2005/8/layout/hierarchy2"/>
    <dgm:cxn modelId="{7D209D21-C92F-4170-A0EF-2584F6012912}" type="presParOf" srcId="{2DA7B584-066D-4BD5-A8DB-23E81A0DDB7B}" destId="{75DED825-EDF7-4751-AAFB-1BCC92BA5026}" srcOrd="1" destOrd="0" presId="urn:microsoft.com/office/officeart/2005/8/layout/hierarchy2"/>
    <dgm:cxn modelId="{E3E1EE03-5758-4762-B3DC-E05B9C9902E7}" type="presParOf" srcId="{547D737F-B141-43E2-AF2F-7510245247A4}" destId="{B3C0DF34-FBA2-462E-A460-9BCC12C5D651}" srcOrd="2" destOrd="0" presId="urn:microsoft.com/office/officeart/2005/8/layout/hierarchy2"/>
    <dgm:cxn modelId="{2A6C03BA-5AE8-42A5-86DE-54A903161582}" type="presParOf" srcId="{B3C0DF34-FBA2-462E-A460-9BCC12C5D651}" destId="{D7141874-4450-4AB0-8516-CAB4FD4D62B2}" srcOrd="0" destOrd="0" presId="urn:microsoft.com/office/officeart/2005/8/layout/hierarchy2"/>
    <dgm:cxn modelId="{1D36B0FA-925C-4302-8134-C30369204E3C}" type="presParOf" srcId="{547D737F-B141-43E2-AF2F-7510245247A4}" destId="{A3B0DC94-6E87-42D5-AE43-15D9F96EBE3F}" srcOrd="3" destOrd="0" presId="urn:microsoft.com/office/officeart/2005/8/layout/hierarchy2"/>
    <dgm:cxn modelId="{79A74484-4B70-44DA-861A-E46CA8F33905}" type="presParOf" srcId="{A3B0DC94-6E87-42D5-AE43-15D9F96EBE3F}" destId="{44ED07ED-1EE9-49FD-AB23-BFD4F089F03A}" srcOrd="0" destOrd="0" presId="urn:microsoft.com/office/officeart/2005/8/layout/hierarchy2"/>
    <dgm:cxn modelId="{65A5E4F6-6DDB-4B1D-9DC4-3447F3601C58}" type="presParOf" srcId="{A3B0DC94-6E87-42D5-AE43-15D9F96EBE3F}" destId="{87A7A657-D08F-4ED9-A6D1-91D770875485}" srcOrd="1" destOrd="0" presId="urn:microsoft.com/office/officeart/2005/8/layout/hierarchy2"/>
    <dgm:cxn modelId="{9E2AB9B9-DF37-4137-A6DE-1E8278A0E12E}" type="presParOf" srcId="{0B6CED85-BB87-460A-A353-7218837687DC}" destId="{C3FA6AE1-DA69-4BFE-896B-36F6112D084E}" srcOrd="1" destOrd="0" presId="urn:microsoft.com/office/officeart/2005/8/layout/hierarchy2"/>
    <dgm:cxn modelId="{D3B10168-6D36-4A2D-BFB5-216581452690}" type="presParOf" srcId="{C3FA6AE1-DA69-4BFE-896B-36F6112D084E}" destId="{3AD5B445-3C83-400E-B637-697A0CDCD64C}" srcOrd="0" destOrd="0" presId="urn:microsoft.com/office/officeart/2005/8/layout/hierarchy2"/>
    <dgm:cxn modelId="{3B44207B-4C28-4F00-B460-CD1BCABAC841}" type="presParOf" srcId="{C3FA6AE1-DA69-4BFE-896B-36F6112D084E}" destId="{8712B746-25E2-48B5-BC49-8BB7829CAF08}" srcOrd="1" destOrd="0" presId="urn:microsoft.com/office/officeart/2005/8/layout/hierarchy2"/>
    <dgm:cxn modelId="{52404D18-A1FE-4D73-9B55-327E8946F0EA}" type="presParOf" srcId="{8712B746-25E2-48B5-BC49-8BB7829CAF08}" destId="{9DE241F6-E839-4583-AE85-D7BF7681C56D}" srcOrd="0" destOrd="0" presId="urn:microsoft.com/office/officeart/2005/8/layout/hierarchy2"/>
    <dgm:cxn modelId="{6A2D9306-FCBA-4CB1-B47F-413FF3410F2C}" type="presParOf" srcId="{9DE241F6-E839-4583-AE85-D7BF7681C56D}" destId="{35FBA38D-E819-4724-AD28-8953BC62ADE5}" srcOrd="0" destOrd="0" presId="urn:microsoft.com/office/officeart/2005/8/layout/hierarchy2"/>
    <dgm:cxn modelId="{EB554952-1CDD-4EBD-BE4C-C289C3245D77}" type="presParOf" srcId="{8712B746-25E2-48B5-BC49-8BB7829CAF08}" destId="{51402658-EA3A-4774-B44F-982F6B95B115}" srcOrd="1" destOrd="0" presId="urn:microsoft.com/office/officeart/2005/8/layout/hierarchy2"/>
    <dgm:cxn modelId="{59EBB1BF-BA31-43E9-A911-CCC7DECC072C}" type="presParOf" srcId="{51402658-EA3A-4774-B44F-982F6B95B115}" destId="{E54306B1-421C-4B62-B50A-A100F9193ACF}" srcOrd="0" destOrd="0" presId="urn:microsoft.com/office/officeart/2005/8/layout/hierarchy2"/>
    <dgm:cxn modelId="{4AF8CD44-306E-4D17-8639-F963F4D2A74F}" type="presParOf" srcId="{51402658-EA3A-4774-B44F-982F6B95B115}" destId="{E064BA2A-4934-46BE-9AF0-5954DE64E179}" srcOrd="1" destOrd="0" presId="urn:microsoft.com/office/officeart/2005/8/layout/hierarchy2"/>
    <dgm:cxn modelId="{A9F5053F-2CDA-4E0B-AA9F-B28B75D98711}" type="presParOf" srcId="{0B6CED85-BB87-460A-A353-7218837687DC}" destId="{717A1A6A-606E-43E7-A7C4-9D1B6F5D4320}" srcOrd="2" destOrd="0" presId="urn:microsoft.com/office/officeart/2005/8/layout/hierarchy2"/>
    <dgm:cxn modelId="{AF901C63-139B-4AB9-90A9-4B3248B4FDEA}" type="presParOf" srcId="{717A1A6A-606E-43E7-A7C4-9D1B6F5D4320}" destId="{4B7111D3-289E-4EB9-A865-CB60125F8DB3}" srcOrd="0" destOrd="0" presId="urn:microsoft.com/office/officeart/2005/8/layout/hierarchy2"/>
    <dgm:cxn modelId="{D164C38A-ACBE-40DA-A6D1-6B86A4787CF6}" type="presParOf" srcId="{717A1A6A-606E-43E7-A7C4-9D1B6F5D4320}" destId="{251055B2-7808-4336-AF1C-3B507DA558E5}" srcOrd="1" destOrd="0" presId="urn:microsoft.com/office/officeart/2005/8/layout/hierarchy2"/>
    <dgm:cxn modelId="{418F90B7-0F3A-42B0-A699-08BF4BE99FE6}" type="presParOf" srcId="{251055B2-7808-4336-AF1C-3B507DA558E5}" destId="{8F8E115E-B581-4B39-BB7E-D1BCDCAD5FAE}" srcOrd="0" destOrd="0" presId="urn:microsoft.com/office/officeart/2005/8/layout/hierarchy2"/>
    <dgm:cxn modelId="{8A8EB61B-5920-4A63-8E3A-A25120C3C383}" type="presParOf" srcId="{8F8E115E-B581-4B39-BB7E-D1BCDCAD5FAE}" destId="{D6C47C82-28DB-454E-B9D6-EB4486DED215}" srcOrd="0" destOrd="0" presId="urn:microsoft.com/office/officeart/2005/8/layout/hierarchy2"/>
    <dgm:cxn modelId="{4F46469A-A440-41A9-8FB8-90AF8555F094}" type="presParOf" srcId="{251055B2-7808-4336-AF1C-3B507DA558E5}" destId="{498A77E1-9DE5-480B-B6E3-B843D6A441E7}" srcOrd="1" destOrd="0" presId="urn:microsoft.com/office/officeart/2005/8/layout/hierarchy2"/>
    <dgm:cxn modelId="{FCB48E4F-CC6E-466F-A3B9-B3405C7F286D}" type="presParOf" srcId="{498A77E1-9DE5-480B-B6E3-B843D6A441E7}" destId="{31FDC910-3436-415C-906D-0B7C27A911D9}" srcOrd="0" destOrd="0" presId="urn:microsoft.com/office/officeart/2005/8/layout/hierarchy2"/>
    <dgm:cxn modelId="{C02D98F4-F6D1-44B2-968D-8AF08683989C}" type="presParOf" srcId="{498A77E1-9DE5-480B-B6E3-B843D6A441E7}" destId="{F15CAEC7-2960-4793-933A-62A7F26E0DBB}" srcOrd="1" destOrd="0" presId="urn:microsoft.com/office/officeart/2005/8/layout/hierarchy2"/>
    <dgm:cxn modelId="{81026693-3641-4120-BEB6-8E8220AD6CE7}" type="presParOf" srcId="{251055B2-7808-4336-AF1C-3B507DA558E5}" destId="{9DEA63A1-AD9A-4D38-9758-870CE091A1D4}" srcOrd="2" destOrd="0" presId="urn:microsoft.com/office/officeart/2005/8/layout/hierarchy2"/>
    <dgm:cxn modelId="{D8916B3E-320F-4253-955D-D11FD0FCD780}" type="presParOf" srcId="{9DEA63A1-AD9A-4D38-9758-870CE091A1D4}" destId="{E83F4A09-1EED-4319-8FF5-CD0EB61E423B}" srcOrd="0" destOrd="0" presId="urn:microsoft.com/office/officeart/2005/8/layout/hierarchy2"/>
    <dgm:cxn modelId="{16051A52-44FD-4863-8D33-6500DFF4A7BD}" type="presParOf" srcId="{251055B2-7808-4336-AF1C-3B507DA558E5}" destId="{01633195-054D-42F0-ACFA-922A60C21E3C}" srcOrd="3" destOrd="0" presId="urn:microsoft.com/office/officeart/2005/8/layout/hierarchy2"/>
    <dgm:cxn modelId="{CE5C60F0-5670-42AA-BC19-06E11A77E45B}" type="presParOf" srcId="{01633195-054D-42F0-ACFA-922A60C21E3C}" destId="{6D48EB06-C667-435F-8753-43BCC5EEEB98}" srcOrd="0" destOrd="0" presId="urn:microsoft.com/office/officeart/2005/8/layout/hierarchy2"/>
    <dgm:cxn modelId="{6C25FF38-4563-4E2B-97A9-B68D5A0E6ED8}" type="presParOf" srcId="{01633195-054D-42F0-ACFA-922A60C21E3C}" destId="{2CDEC89F-7E46-42F2-8B66-406E32799CF7}" srcOrd="1" destOrd="0" presId="urn:microsoft.com/office/officeart/2005/8/layout/hierarchy2"/>
    <dgm:cxn modelId="{1DB598CE-D983-4965-85DD-804C8AB0AC29}" type="presParOf" srcId="{251055B2-7808-4336-AF1C-3B507DA558E5}" destId="{27CD0195-F0EA-4711-A777-376C01621EAE}" srcOrd="4" destOrd="0" presId="urn:microsoft.com/office/officeart/2005/8/layout/hierarchy2"/>
    <dgm:cxn modelId="{64BE11A7-EBA3-4988-B618-E21257AE3684}" type="presParOf" srcId="{27CD0195-F0EA-4711-A777-376C01621EAE}" destId="{08906155-6729-4CCB-B65B-1D64067CEABC}" srcOrd="0" destOrd="0" presId="urn:microsoft.com/office/officeart/2005/8/layout/hierarchy2"/>
    <dgm:cxn modelId="{8B603AE6-D435-4299-A504-549A6530A366}" type="presParOf" srcId="{251055B2-7808-4336-AF1C-3B507DA558E5}" destId="{BD7C0A6D-DA8D-436C-BA4E-1463B6CA9DB6}" srcOrd="5" destOrd="0" presId="urn:microsoft.com/office/officeart/2005/8/layout/hierarchy2"/>
    <dgm:cxn modelId="{3D42AE83-5614-4E8E-9BD6-A1AC8933B197}" type="presParOf" srcId="{BD7C0A6D-DA8D-436C-BA4E-1463B6CA9DB6}" destId="{066D57D4-4F51-4D5B-B256-3C0F0E2DF404}" srcOrd="0" destOrd="0" presId="urn:microsoft.com/office/officeart/2005/8/layout/hierarchy2"/>
    <dgm:cxn modelId="{89F1477C-A42F-4EFF-85B8-8F172E254ACD}" type="presParOf" srcId="{BD7C0A6D-DA8D-436C-BA4E-1463B6CA9DB6}" destId="{A1B1E54D-885D-48B9-AF60-74421A559688}" srcOrd="1" destOrd="0" presId="urn:microsoft.com/office/officeart/2005/8/layout/hierarchy2"/>
    <dgm:cxn modelId="{14AF59D0-A6F8-4212-9043-E65A79629112}" type="presParOf" srcId="{251055B2-7808-4336-AF1C-3B507DA558E5}" destId="{C9181A4D-D7C7-4030-9707-DD02754964F8}" srcOrd="6" destOrd="0" presId="urn:microsoft.com/office/officeart/2005/8/layout/hierarchy2"/>
    <dgm:cxn modelId="{4BE03955-E0EE-4A4A-842E-2FABB550F26A}" type="presParOf" srcId="{C9181A4D-D7C7-4030-9707-DD02754964F8}" destId="{9014EC90-3FDA-4F0E-9501-9151A8F6310D}" srcOrd="0" destOrd="0" presId="urn:microsoft.com/office/officeart/2005/8/layout/hierarchy2"/>
    <dgm:cxn modelId="{CBDE99D3-90A9-4666-A351-D10640B3BBBE}" type="presParOf" srcId="{251055B2-7808-4336-AF1C-3B507DA558E5}" destId="{F04ECCEA-4848-4F53-92AE-8807DE5BE19B}" srcOrd="7" destOrd="0" presId="urn:microsoft.com/office/officeart/2005/8/layout/hierarchy2"/>
    <dgm:cxn modelId="{E5421ED0-43B3-4D40-AA34-65012C6BA17A}" type="presParOf" srcId="{F04ECCEA-4848-4F53-92AE-8807DE5BE19B}" destId="{AA772BB7-B8D7-4533-8240-7B4D77B08976}" srcOrd="0" destOrd="0" presId="urn:microsoft.com/office/officeart/2005/8/layout/hierarchy2"/>
    <dgm:cxn modelId="{4810F261-9E1E-45D5-B52C-BC48073D2A0C}" type="presParOf" srcId="{F04ECCEA-4848-4F53-92AE-8807DE5BE19B}" destId="{4FDB7DE7-EF06-441B-A462-076A23983C7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BF276DF-D0DB-43D4-A294-2EF2107C9D4A}" type="doc">
      <dgm:prSet loTypeId="urn:microsoft.com/office/officeart/2005/8/layout/lProcess3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0A938B-B695-42EE-B5B0-4EF9C617E2E6}">
      <dgm:prSet/>
      <dgm:spPr/>
      <dgm:t>
        <a:bodyPr/>
        <a:lstStyle/>
        <a:p>
          <a:r>
            <a:rPr lang="en-US"/>
            <a:t>Challenges:</a:t>
          </a:r>
        </a:p>
      </dgm:t>
    </dgm:pt>
    <dgm:pt modelId="{F886774D-D725-4A65-8676-5CEFF7421E9D}" type="parTrans" cxnId="{7906082D-D65E-456D-8613-8F16F76081AF}">
      <dgm:prSet/>
      <dgm:spPr/>
      <dgm:t>
        <a:bodyPr/>
        <a:lstStyle/>
        <a:p>
          <a:endParaRPr lang="en-US"/>
        </a:p>
      </dgm:t>
    </dgm:pt>
    <dgm:pt modelId="{A09EA48E-799A-42E0-8E6B-341C33A9753B}" type="sibTrans" cxnId="{7906082D-D65E-456D-8613-8F16F76081AF}">
      <dgm:prSet/>
      <dgm:spPr/>
      <dgm:t>
        <a:bodyPr/>
        <a:lstStyle/>
        <a:p>
          <a:endParaRPr lang="en-US"/>
        </a:p>
      </dgm:t>
    </dgm:pt>
    <dgm:pt modelId="{6966D0CC-A48A-4CB9-AFCF-6E0B9E7C9D18}">
      <dgm:prSet/>
      <dgm:spPr/>
      <dgm:t>
        <a:bodyPr/>
        <a:lstStyle/>
        <a:p>
          <a:r>
            <a:rPr lang="en-US"/>
            <a:t>Session/CSRF consistency</a:t>
          </a:r>
        </a:p>
      </dgm:t>
    </dgm:pt>
    <dgm:pt modelId="{FD600D33-0DEF-4C7D-BEA1-D48E7BCCFE28}" type="parTrans" cxnId="{721043C8-126B-478A-9AE3-A5809B3964B9}">
      <dgm:prSet/>
      <dgm:spPr/>
      <dgm:t>
        <a:bodyPr/>
        <a:lstStyle/>
        <a:p>
          <a:endParaRPr lang="en-US"/>
        </a:p>
      </dgm:t>
    </dgm:pt>
    <dgm:pt modelId="{F1412337-5FFA-47E9-8CAA-2288923A5423}" type="sibTrans" cxnId="{721043C8-126B-478A-9AE3-A5809B3964B9}">
      <dgm:prSet/>
      <dgm:spPr/>
      <dgm:t>
        <a:bodyPr/>
        <a:lstStyle/>
        <a:p>
          <a:endParaRPr lang="en-US"/>
        </a:p>
      </dgm:t>
    </dgm:pt>
    <dgm:pt modelId="{59774A15-37A6-4059-995D-2CEF518AE738}">
      <dgm:prSet/>
      <dgm:spPr/>
      <dgm:t>
        <a:bodyPr/>
        <a:lstStyle/>
        <a:p>
          <a:r>
            <a:rPr lang="en-US"/>
            <a:t>Schema mismatches</a:t>
          </a:r>
        </a:p>
      </dgm:t>
    </dgm:pt>
    <dgm:pt modelId="{0D7C48DC-C547-4926-A0E2-4062D130E07F}" type="parTrans" cxnId="{0AACEBFC-FEDF-4D2C-865F-A7BAF81C8AB7}">
      <dgm:prSet/>
      <dgm:spPr/>
      <dgm:t>
        <a:bodyPr/>
        <a:lstStyle/>
        <a:p>
          <a:endParaRPr lang="en-US"/>
        </a:p>
      </dgm:t>
    </dgm:pt>
    <dgm:pt modelId="{E8DB97DB-0B56-4C36-9F70-37A6B40EECB5}" type="sibTrans" cxnId="{0AACEBFC-FEDF-4D2C-865F-A7BAF81C8AB7}">
      <dgm:prSet/>
      <dgm:spPr/>
      <dgm:t>
        <a:bodyPr/>
        <a:lstStyle/>
        <a:p>
          <a:endParaRPr lang="en-US"/>
        </a:p>
      </dgm:t>
    </dgm:pt>
    <dgm:pt modelId="{D3A5B996-5CBD-4EC2-A451-1110921EE9C4}">
      <dgm:prSet/>
      <dgm:spPr/>
      <dgm:t>
        <a:bodyPr/>
        <a:lstStyle/>
        <a:p>
          <a:r>
            <a:rPr lang="en-US"/>
            <a:t>Concurrent enrollments</a:t>
          </a:r>
        </a:p>
      </dgm:t>
    </dgm:pt>
    <dgm:pt modelId="{366E5A9A-2E45-494F-8611-7563EFE4D75B}" type="parTrans" cxnId="{4463545F-6B3E-49C2-8516-7FF98B2C9F7E}">
      <dgm:prSet/>
      <dgm:spPr/>
      <dgm:t>
        <a:bodyPr/>
        <a:lstStyle/>
        <a:p>
          <a:endParaRPr lang="en-US"/>
        </a:p>
      </dgm:t>
    </dgm:pt>
    <dgm:pt modelId="{685E1D29-F8A9-473B-B7F8-145139B78DFB}" type="sibTrans" cxnId="{4463545F-6B3E-49C2-8516-7FF98B2C9F7E}">
      <dgm:prSet/>
      <dgm:spPr/>
      <dgm:t>
        <a:bodyPr/>
        <a:lstStyle/>
        <a:p>
          <a:endParaRPr lang="en-US"/>
        </a:p>
      </dgm:t>
    </dgm:pt>
    <dgm:pt modelId="{E2A3B75C-8AF9-468C-B380-2063CF25CF80}">
      <dgm:prSet/>
      <dgm:spPr/>
      <dgm:t>
        <a:bodyPr/>
        <a:lstStyle/>
        <a:p>
          <a:r>
            <a:rPr lang="en-US"/>
            <a:t>Next Steps:</a:t>
          </a:r>
        </a:p>
      </dgm:t>
    </dgm:pt>
    <dgm:pt modelId="{44DBB094-6A0A-43DD-AB01-75AAF5F5349C}" type="parTrans" cxnId="{3D9ED91D-A338-4C1E-A75C-4E1230990367}">
      <dgm:prSet/>
      <dgm:spPr/>
      <dgm:t>
        <a:bodyPr/>
        <a:lstStyle/>
        <a:p>
          <a:endParaRPr lang="en-US"/>
        </a:p>
      </dgm:t>
    </dgm:pt>
    <dgm:pt modelId="{DCB67344-105A-4928-8141-CCCA23D8F5FE}" type="sibTrans" cxnId="{3D9ED91D-A338-4C1E-A75C-4E1230990367}">
      <dgm:prSet/>
      <dgm:spPr/>
      <dgm:t>
        <a:bodyPr/>
        <a:lstStyle/>
        <a:p>
          <a:endParaRPr lang="en-US"/>
        </a:p>
      </dgm:t>
    </dgm:pt>
    <dgm:pt modelId="{2B65E336-4053-43CF-8A8D-467629714C43}">
      <dgm:prSet/>
      <dgm:spPr/>
      <dgm:t>
        <a:bodyPr/>
        <a:lstStyle/>
        <a:p>
          <a:r>
            <a:rPr lang="en-US"/>
            <a:t>Admin UI</a:t>
          </a:r>
        </a:p>
      </dgm:t>
    </dgm:pt>
    <dgm:pt modelId="{237D51F3-30C6-4D15-AEB3-EFFE8D79D806}" type="parTrans" cxnId="{8D33D8C2-C54D-477B-97F6-30EE8F94597D}">
      <dgm:prSet/>
      <dgm:spPr/>
      <dgm:t>
        <a:bodyPr/>
        <a:lstStyle/>
        <a:p>
          <a:endParaRPr lang="en-US"/>
        </a:p>
      </dgm:t>
    </dgm:pt>
    <dgm:pt modelId="{56A5E879-104B-4B25-B959-78BAA78AE76D}" type="sibTrans" cxnId="{8D33D8C2-C54D-477B-97F6-30EE8F94597D}">
      <dgm:prSet/>
      <dgm:spPr/>
      <dgm:t>
        <a:bodyPr/>
        <a:lstStyle/>
        <a:p>
          <a:endParaRPr lang="en-US"/>
        </a:p>
      </dgm:t>
    </dgm:pt>
    <dgm:pt modelId="{29779186-46B8-400B-A67B-B48BC9B4677A}">
      <dgm:prSet/>
      <dgm:spPr/>
      <dgm:t>
        <a:bodyPr/>
        <a:lstStyle/>
        <a:p>
          <a:r>
            <a:rPr lang="en-US"/>
            <a:t>Email notifications for waitlist promotion</a:t>
          </a:r>
        </a:p>
      </dgm:t>
    </dgm:pt>
    <dgm:pt modelId="{7676EE15-263C-49F3-95E9-D0F016CF5A2A}" type="parTrans" cxnId="{B4F5CEB7-47A6-4B71-87FD-3C252A96FCE5}">
      <dgm:prSet/>
      <dgm:spPr/>
      <dgm:t>
        <a:bodyPr/>
        <a:lstStyle/>
        <a:p>
          <a:endParaRPr lang="en-US"/>
        </a:p>
      </dgm:t>
    </dgm:pt>
    <dgm:pt modelId="{3671B7EC-CCBF-42A3-AEC6-D89E39D9EC11}" type="sibTrans" cxnId="{B4F5CEB7-47A6-4B71-87FD-3C252A96FCE5}">
      <dgm:prSet/>
      <dgm:spPr/>
      <dgm:t>
        <a:bodyPr/>
        <a:lstStyle/>
        <a:p>
          <a:endParaRPr lang="en-US"/>
        </a:p>
      </dgm:t>
    </dgm:pt>
    <dgm:pt modelId="{161AA360-FDB4-4296-80E3-4DEAD8E65C4E}">
      <dgm:prSet/>
      <dgm:spPr/>
      <dgm:t>
        <a:bodyPr/>
        <a:lstStyle/>
        <a:p>
          <a:r>
            <a:rPr lang="en-US"/>
            <a:t>Additional concurrency stress tests</a:t>
          </a:r>
        </a:p>
      </dgm:t>
    </dgm:pt>
    <dgm:pt modelId="{29A54481-AE09-45D5-9AC2-43987A496C4E}" type="parTrans" cxnId="{BF828C5C-92C0-48C9-AD01-B6AE05018906}">
      <dgm:prSet/>
      <dgm:spPr/>
      <dgm:t>
        <a:bodyPr/>
        <a:lstStyle/>
        <a:p>
          <a:endParaRPr lang="en-US"/>
        </a:p>
      </dgm:t>
    </dgm:pt>
    <dgm:pt modelId="{7C940080-44D3-48F2-BEDE-8D0267C149AC}" type="sibTrans" cxnId="{BF828C5C-92C0-48C9-AD01-B6AE05018906}">
      <dgm:prSet/>
      <dgm:spPr/>
      <dgm:t>
        <a:bodyPr/>
        <a:lstStyle/>
        <a:p>
          <a:endParaRPr lang="en-US"/>
        </a:p>
      </dgm:t>
    </dgm:pt>
    <dgm:pt modelId="{2347B430-D618-40E7-BD61-788F33FF1599}">
      <dgm:prSet/>
      <dgm:spPr/>
      <dgm:t>
        <a:bodyPr/>
        <a:lstStyle/>
        <a:p>
          <a:r>
            <a:rPr lang="en-US"/>
            <a:t>Harden production logging</a:t>
          </a:r>
        </a:p>
      </dgm:t>
    </dgm:pt>
    <dgm:pt modelId="{46A09133-26F0-4B0B-8550-1EFC66BD79CE}" type="parTrans" cxnId="{D5925470-20E8-4118-8792-D751FF29AAD4}">
      <dgm:prSet/>
      <dgm:spPr/>
      <dgm:t>
        <a:bodyPr/>
        <a:lstStyle/>
        <a:p>
          <a:endParaRPr lang="en-US"/>
        </a:p>
      </dgm:t>
    </dgm:pt>
    <dgm:pt modelId="{BFB6FC9C-6271-4776-ADB6-1ED4F889A352}" type="sibTrans" cxnId="{D5925470-20E8-4118-8792-D751FF29AAD4}">
      <dgm:prSet/>
      <dgm:spPr/>
      <dgm:t>
        <a:bodyPr/>
        <a:lstStyle/>
        <a:p>
          <a:endParaRPr lang="en-US"/>
        </a:p>
      </dgm:t>
    </dgm:pt>
    <dgm:pt modelId="{56969400-5254-4127-8F36-E74D6F2C61A5}" type="pres">
      <dgm:prSet presAssocID="{0BF276DF-D0DB-43D4-A294-2EF2107C9D4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7C2815E-A54D-4A8F-8B1D-1F7B879DEFF9}" type="pres">
      <dgm:prSet presAssocID="{0C0A938B-B695-42EE-B5B0-4EF9C617E2E6}" presName="horFlow" presStyleCnt="0"/>
      <dgm:spPr/>
    </dgm:pt>
    <dgm:pt modelId="{75840911-9149-4F84-B7A4-CB789D50BBA8}" type="pres">
      <dgm:prSet presAssocID="{0C0A938B-B695-42EE-B5B0-4EF9C617E2E6}" presName="bigChev" presStyleLbl="node1" presStyleIdx="0" presStyleCnt="2"/>
      <dgm:spPr/>
    </dgm:pt>
    <dgm:pt modelId="{DBCCF991-4A3D-4BEF-B753-55AC6AE27AF2}" type="pres">
      <dgm:prSet presAssocID="{FD600D33-0DEF-4C7D-BEA1-D48E7BCCFE28}" presName="parTrans" presStyleCnt="0"/>
      <dgm:spPr/>
    </dgm:pt>
    <dgm:pt modelId="{5D144AF4-05A3-43B4-8E0F-C51EAD9FA871}" type="pres">
      <dgm:prSet presAssocID="{6966D0CC-A48A-4CB9-AFCF-6E0B9E7C9D18}" presName="node" presStyleLbl="alignAccFollowNode1" presStyleIdx="0" presStyleCnt="7">
        <dgm:presLayoutVars>
          <dgm:bulletEnabled val="1"/>
        </dgm:presLayoutVars>
      </dgm:prSet>
      <dgm:spPr/>
    </dgm:pt>
    <dgm:pt modelId="{8D4B9984-988E-49B3-B6FE-0B6E9ED026B1}" type="pres">
      <dgm:prSet presAssocID="{F1412337-5FFA-47E9-8CAA-2288923A5423}" presName="sibTrans" presStyleCnt="0"/>
      <dgm:spPr/>
    </dgm:pt>
    <dgm:pt modelId="{DDB5194E-EA06-4577-8555-7CEAB9F6B234}" type="pres">
      <dgm:prSet presAssocID="{59774A15-37A6-4059-995D-2CEF518AE738}" presName="node" presStyleLbl="alignAccFollowNode1" presStyleIdx="1" presStyleCnt="7">
        <dgm:presLayoutVars>
          <dgm:bulletEnabled val="1"/>
        </dgm:presLayoutVars>
      </dgm:prSet>
      <dgm:spPr/>
    </dgm:pt>
    <dgm:pt modelId="{0BFEDA80-A339-4AF9-B8D1-D9C984754932}" type="pres">
      <dgm:prSet presAssocID="{E8DB97DB-0B56-4C36-9F70-37A6B40EECB5}" presName="sibTrans" presStyleCnt="0"/>
      <dgm:spPr/>
    </dgm:pt>
    <dgm:pt modelId="{9BAA6766-AD68-4E9A-A46F-21A5E0301260}" type="pres">
      <dgm:prSet presAssocID="{D3A5B996-5CBD-4EC2-A451-1110921EE9C4}" presName="node" presStyleLbl="alignAccFollowNode1" presStyleIdx="2" presStyleCnt="7">
        <dgm:presLayoutVars>
          <dgm:bulletEnabled val="1"/>
        </dgm:presLayoutVars>
      </dgm:prSet>
      <dgm:spPr/>
    </dgm:pt>
    <dgm:pt modelId="{3E902E80-32F4-44A6-B508-9B10AA6A652F}" type="pres">
      <dgm:prSet presAssocID="{0C0A938B-B695-42EE-B5B0-4EF9C617E2E6}" presName="vSp" presStyleCnt="0"/>
      <dgm:spPr/>
    </dgm:pt>
    <dgm:pt modelId="{F5F106CE-4A3B-4D8D-9836-6BE0902E837E}" type="pres">
      <dgm:prSet presAssocID="{E2A3B75C-8AF9-468C-B380-2063CF25CF80}" presName="horFlow" presStyleCnt="0"/>
      <dgm:spPr/>
    </dgm:pt>
    <dgm:pt modelId="{A763B165-2A62-4A8E-BD64-04F0C22BF03F}" type="pres">
      <dgm:prSet presAssocID="{E2A3B75C-8AF9-468C-B380-2063CF25CF80}" presName="bigChev" presStyleLbl="node1" presStyleIdx="1" presStyleCnt="2"/>
      <dgm:spPr/>
    </dgm:pt>
    <dgm:pt modelId="{5637BB31-0C09-4CAF-9DB9-515B7EA0C424}" type="pres">
      <dgm:prSet presAssocID="{237D51F3-30C6-4D15-AEB3-EFFE8D79D806}" presName="parTrans" presStyleCnt="0"/>
      <dgm:spPr/>
    </dgm:pt>
    <dgm:pt modelId="{E3731F4C-01C7-48AD-BB60-0D1243810209}" type="pres">
      <dgm:prSet presAssocID="{2B65E336-4053-43CF-8A8D-467629714C43}" presName="node" presStyleLbl="alignAccFollowNode1" presStyleIdx="3" presStyleCnt="7">
        <dgm:presLayoutVars>
          <dgm:bulletEnabled val="1"/>
        </dgm:presLayoutVars>
      </dgm:prSet>
      <dgm:spPr/>
    </dgm:pt>
    <dgm:pt modelId="{B8F347EC-6F68-406B-8661-4A91371E124A}" type="pres">
      <dgm:prSet presAssocID="{56A5E879-104B-4B25-B959-78BAA78AE76D}" presName="sibTrans" presStyleCnt="0"/>
      <dgm:spPr/>
    </dgm:pt>
    <dgm:pt modelId="{4BE3A07C-2EE6-4294-82A1-78F37F4BEDED}" type="pres">
      <dgm:prSet presAssocID="{29779186-46B8-400B-A67B-B48BC9B4677A}" presName="node" presStyleLbl="alignAccFollowNode1" presStyleIdx="4" presStyleCnt="7">
        <dgm:presLayoutVars>
          <dgm:bulletEnabled val="1"/>
        </dgm:presLayoutVars>
      </dgm:prSet>
      <dgm:spPr/>
    </dgm:pt>
    <dgm:pt modelId="{9E1330F9-675E-402F-AF40-9ABB6292A571}" type="pres">
      <dgm:prSet presAssocID="{3671B7EC-CCBF-42A3-AEC6-D89E39D9EC11}" presName="sibTrans" presStyleCnt="0"/>
      <dgm:spPr/>
    </dgm:pt>
    <dgm:pt modelId="{214BFC6A-2925-41BC-AEFF-074F1A6DAEAD}" type="pres">
      <dgm:prSet presAssocID="{161AA360-FDB4-4296-80E3-4DEAD8E65C4E}" presName="node" presStyleLbl="alignAccFollowNode1" presStyleIdx="5" presStyleCnt="7">
        <dgm:presLayoutVars>
          <dgm:bulletEnabled val="1"/>
        </dgm:presLayoutVars>
      </dgm:prSet>
      <dgm:spPr/>
    </dgm:pt>
    <dgm:pt modelId="{BAFC0135-5976-4E16-85C1-4AA7950BADC1}" type="pres">
      <dgm:prSet presAssocID="{7C940080-44D3-48F2-BEDE-8D0267C149AC}" presName="sibTrans" presStyleCnt="0"/>
      <dgm:spPr/>
    </dgm:pt>
    <dgm:pt modelId="{43AB3108-3084-4268-9238-FEA5C5E9440F}" type="pres">
      <dgm:prSet presAssocID="{2347B430-D618-40E7-BD61-788F33FF1599}" presName="node" presStyleLbl="alignAccFollowNode1" presStyleIdx="6" presStyleCnt="7">
        <dgm:presLayoutVars>
          <dgm:bulletEnabled val="1"/>
        </dgm:presLayoutVars>
      </dgm:prSet>
      <dgm:spPr/>
    </dgm:pt>
  </dgm:ptLst>
  <dgm:cxnLst>
    <dgm:cxn modelId="{3D9ED91D-A338-4C1E-A75C-4E1230990367}" srcId="{0BF276DF-D0DB-43D4-A294-2EF2107C9D4A}" destId="{E2A3B75C-8AF9-468C-B380-2063CF25CF80}" srcOrd="1" destOrd="0" parTransId="{44DBB094-6A0A-43DD-AB01-75AAF5F5349C}" sibTransId="{DCB67344-105A-4928-8141-CCCA23D8F5FE}"/>
    <dgm:cxn modelId="{0019081E-6259-40F9-A6EF-511BF9A9B518}" type="presOf" srcId="{2B65E336-4053-43CF-8A8D-467629714C43}" destId="{E3731F4C-01C7-48AD-BB60-0D1243810209}" srcOrd="0" destOrd="0" presId="urn:microsoft.com/office/officeart/2005/8/layout/lProcess3"/>
    <dgm:cxn modelId="{7906082D-D65E-456D-8613-8F16F76081AF}" srcId="{0BF276DF-D0DB-43D4-A294-2EF2107C9D4A}" destId="{0C0A938B-B695-42EE-B5B0-4EF9C617E2E6}" srcOrd="0" destOrd="0" parTransId="{F886774D-D725-4A65-8676-5CEFF7421E9D}" sibTransId="{A09EA48E-799A-42E0-8E6B-341C33A9753B}"/>
    <dgm:cxn modelId="{E2520A2F-269E-4356-8A22-E6036E5CA707}" type="presOf" srcId="{59774A15-37A6-4059-995D-2CEF518AE738}" destId="{DDB5194E-EA06-4577-8555-7CEAB9F6B234}" srcOrd="0" destOrd="0" presId="urn:microsoft.com/office/officeart/2005/8/layout/lProcess3"/>
    <dgm:cxn modelId="{BF828C5C-92C0-48C9-AD01-B6AE05018906}" srcId="{E2A3B75C-8AF9-468C-B380-2063CF25CF80}" destId="{161AA360-FDB4-4296-80E3-4DEAD8E65C4E}" srcOrd="2" destOrd="0" parTransId="{29A54481-AE09-45D5-9AC2-43987A496C4E}" sibTransId="{7C940080-44D3-48F2-BEDE-8D0267C149AC}"/>
    <dgm:cxn modelId="{4463545F-6B3E-49C2-8516-7FF98B2C9F7E}" srcId="{0C0A938B-B695-42EE-B5B0-4EF9C617E2E6}" destId="{D3A5B996-5CBD-4EC2-A451-1110921EE9C4}" srcOrd="2" destOrd="0" parTransId="{366E5A9A-2E45-494F-8611-7563EFE4D75B}" sibTransId="{685E1D29-F8A9-473B-B7F8-145139B78DFB}"/>
    <dgm:cxn modelId="{D5925470-20E8-4118-8792-D751FF29AAD4}" srcId="{E2A3B75C-8AF9-468C-B380-2063CF25CF80}" destId="{2347B430-D618-40E7-BD61-788F33FF1599}" srcOrd="3" destOrd="0" parTransId="{46A09133-26F0-4B0B-8550-1EFC66BD79CE}" sibTransId="{BFB6FC9C-6271-4776-ADB6-1ED4F889A352}"/>
    <dgm:cxn modelId="{53D5C97D-35E5-4A9B-BCD4-5AC8EBAFA5ED}" type="presOf" srcId="{2347B430-D618-40E7-BD61-788F33FF1599}" destId="{43AB3108-3084-4268-9238-FEA5C5E9440F}" srcOrd="0" destOrd="0" presId="urn:microsoft.com/office/officeart/2005/8/layout/lProcess3"/>
    <dgm:cxn modelId="{D46B1E89-07AA-4D99-8B01-02E2A1BC985D}" type="presOf" srcId="{0C0A938B-B695-42EE-B5B0-4EF9C617E2E6}" destId="{75840911-9149-4F84-B7A4-CB789D50BBA8}" srcOrd="0" destOrd="0" presId="urn:microsoft.com/office/officeart/2005/8/layout/lProcess3"/>
    <dgm:cxn modelId="{4804FD8F-1EC4-417C-A55F-02993F6FA24A}" type="presOf" srcId="{29779186-46B8-400B-A67B-B48BC9B4677A}" destId="{4BE3A07C-2EE6-4294-82A1-78F37F4BEDED}" srcOrd="0" destOrd="0" presId="urn:microsoft.com/office/officeart/2005/8/layout/lProcess3"/>
    <dgm:cxn modelId="{B4F5CEB7-47A6-4B71-87FD-3C252A96FCE5}" srcId="{E2A3B75C-8AF9-468C-B380-2063CF25CF80}" destId="{29779186-46B8-400B-A67B-B48BC9B4677A}" srcOrd="1" destOrd="0" parTransId="{7676EE15-263C-49F3-95E9-D0F016CF5A2A}" sibTransId="{3671B7EC-CCBF-42A3-AEC6-D89E39D9EC11}"/>
    <dgm:cxn modelId="{05C638BC-C7F9-41C1-A4EB-25A48CD372E9}" type="presOf" srcId="{E2A3B75C-8AF9-468C-B380-2063CF25CF80}" destId="{A763B165-2A62-4A8E-BD64-04F0C22BF03F}" srcOrd="0" destOrd="0" presId="urn:microsoft.com/office/officeart/2005/8/layout/lProcess3"/>
    <dgm:cxn modelId="{0D9CD4BC-277D-4570-BDF3-F1473C2792F8}" type="presOf" srcId="{0BF276DF-D0DB-43D4-A294-2EF2107C9D4A}" destId="{56969400-5254-4127-8F36-E74D6F2C61A5}" srcOrd="0" destOrd="0" presId="urn:microsoft.com/office/officeart/2005/8/layout/lProcess3"/>
    <dgm:cxn modelId="{C92719BD-51D5-4CA0-8C93-595E226A19E0}" type="presOf" srcId="{161AA360-FDB4-4296-80E3-4DEAD8E65C4E}" destId="{214BFC6A-2925-41BC-AEFF-074F1A6DAEAD}" srcOrd="0" destOrd="0" presId="urn:microsoft.com/office/officeart/2005/8/layout/lProcess3"/>
    <dgm:cxn modelId="{8D33D8C2-C54D-477B-97F6-30EE8F94597D}" srcId="{E2A3B75C-8AF9-468C-B380-2063CF25CF80}" destId="{2B65E336-4053-43CF-8A8D-467629714C43}" srcOrd="0" destOrd="0" parTransId="{237D51F3-30C6-4D15-AEB3-EFFE8D79D806}" sibTransId="{56A5E879-104B-4B25-B959-78BAA78AE76D}"/>
    <dgm:cxn modelId="{721043C8-126B-478A-9AE3-A5809B3964B9}" srcId="{0C0A938B-B695-42EE-B5B0-4EF9C617E2E6}" destId="{6966D0CC-A48A-4CB9-AFCF-6E0B9E7C9D18}" srcOrd="0" destOrd="0" parTransId="{FD600D33-0DEF-4C7D-BEA1-D48E7BCCFE28}" sibTransId="{F1412337-5FFA-47E9-8CAA-2288923A5423}"/>
    <dgm:cxn modelId="{51BB26DB-E2E6-4DFD-A988-094207D365F9}" type="presOf" srcId="{6966D0CC-A48A-4CB9-AFCF-6E0B9E7C9D18}" destId="{5D144AF4-05A3-43B4-8E0F-C51EAD9FA871}" srcOrd="0" destOrd="0" presId="urn:microsoft.com/office/officeart/2005/8/layout/lProcess3"/>
    <dgm:cxn modelId="{D87574F6-7E99-4CF2-93E5-5AE283473527}" type="presOf" srcId="{D3A5B996-5CBD-4EC2-A451-1110921EE9C4}" destId="{9BAA6766-AD68-4E9A-A46F-21A5E0301260}" srcOrd="0" destOrd="0" presId="urn:microsoft.com/office/officeart/2005/8/layout/lProcess3"/>
    <dgm:cxn modelId="{0AACEBFC-FEDF-4D2C-865F-A7BAF81C8AB7}" srcId="{0C0A938B-B695-42EE-B5B0-4EF9C617E2E6}" destId="{59774A15-37A6-4059-995D-2CEF518AE738}" srcOrd="1" destOrd="0" parTransId="{0D7C48DC-C547-4926-A0E2-4062D130E07F}" sibTransId="{E8DB97DB-0B56-4C36-9F70-37A6B40EECB5}"/>
    <dgm:cxn modelId="{1C740C0C-5736-4876-A822-D12995B346EA}" type="presParOf" srcId="{56969400-5254-4127-8F36-E74D6F2C61A5}" destId="{67C2815E-A54D-4A8F-8B1D-1F7B879DEFF9}" srcOrd="0" destOrd="0" presId="urn:microsoft.com/office/officeart/2005/8/layout/lProcess3"/>
    <dgm:cxn modelId="{9BDE5AB2-6835-4417-99D0-31CE43586186}" type="presParOf" srcId="{67C2815E-A54D-4A8F-8B1D-1F7B879DEFF9}" destId="{75840911-9149-4F84-B7A4-CB789D50BBA8}" srcOrd="0" destOrd="0" presId="urn:microsoft.com/office/officeart/2005/8/layout/lProcess3"/>
    <dgm:cxn modelId="{FC740C62-9EC1-4E26-B551-6720029DA5DA}" type="presParOf" srcId="{67C2815E-A54D-4A8F-8B1D-1F7B879DEFF9}" destId="{DBCCF991-4A3D-4BEF-B753-55AC6AE27AF2}" srcOrd="1" destOrd="0" presId="urn:microsoft.com/office/officeart/2005/8/layout/lProcess3"/>
    <dgm:cxn modelId="{19C32F8E-DE85-438E-A9AE-03E52F0B1CFA}" type="presParOf" srcId="{67C2815E-A54D-4A8F-8B1D-1F7B879DEFF9}" destId="{5D144AF4-05A3-43B4-8E0F-C51EAD9FA871}" srcOrd="2" destOrd="0" presId="urn:microsoft.com/office/officeart/2005/8/layout/lProcess3"/>
    <dgm:cxn modelId="{AA9C24B7-1091-4579-A621-8D8A53200F0C}" type="presParOf" srcId="{67C2815E-A54D-4A8F-8B1D-1F7B879DEFF9}" destId="{8D4B9984-988E-49B3-B6FE-0B6E9ED026B1}" srcOrd="3" destOrd="0" presId="urn:microsoft.com/office/officeart/2005/8/layout/lProcess3"/>
    <dgm:cxn modelId="{D2058E8F-1559-4E5A-9B8A-BC411D77EE0E}" type="presParOf" srcId="{67C2815E-A54D-4A8F-8B1D-1F7B879DEFF9}" destId="{DDB5194E-EA06-4577-8555-7CEAB9F6B234}" srcOrd="4" destOrd="0" presId="urn:microsoft.com/office/officeart/2005/8/layout/lProcess3"/>
    <dgm:cxn modelId="{FAD0358C-12A4-462D-BA5D-84B212F1D88E}" type="presParOf" srcId="{67C2815E-A54D-4A8F-8B1D-1F7B879DEFF9}" destId="{0BFEDA80-A339-4AF9-B8D1-D9C984754932}" srcOrd="5" destOrd="0" presId="urn:microsoft.com/office/officeart/2005/8/layout/lProcess3"/>
    <dgm:cxn modelId="{2D1A5DA3-7763-4111-874C-87A54A161FEC}" type="presParOf" srcId="{67C2815E-A54D-4A8F-8B1D-1F7B879DEFF9}" destId="{9BAA6766-AD68-4E9A-A46F-21A5E0301260}" srcOrd="6" destOrd="0" presId="urn:microsoft.com/office/officeart/2005/8/layout/lProcess3"/>
    <dgm:cxn modelId="{3DC0F4AA-E71B-4173-9C0C-F97049720ED2}" type="presParOf" srcId="{56969400-5254-4127-8F36-E74D6F2C61A5}" destId="{3E902E80-32F4-44A6-B508-9B10AA6A652F}" srcOrd="1" destOrd="0" presId="urn:microsoft.com/office/officeart/2005/8/layout/lProcess3"/>
    <dgm:cxn modelId="{FF5D6CD1-0EAA-4F3A-AE1E-83CD23735151}" type="presParOf" srcId="{56969400-5254-4127-8F36-E74D6F2C61A5}" destId="{F5F106CE-4A3B-4D8D-9836-6BE0902E837E}" srcOrd="2" destOrd="0" presId="urn:microsoft.com/office/officeart/2005/8/layout/lProcess3"/>
    <dgm:cxn modelId="{8BC131B7-A7D6-42CE-A575-D4AA8E9A45D6}" type="presParOf" srcId="{F5F106CE-4A3B-4D8D-9836-6BE0902E837E}" destId="{A763B165-2A62-4A8E-BD64-04F0C22BF03F}" srcOrd="0" destOrd="0" presId="urn:microsoft.com/office/officeart/2005/8/layout/lProcess3"/>
    <dgm:cxn modelId="{A5D61B24-986E-4040-9A8B-06CA1D2952B8}" type="presParOf" srcId="{F5F106CE-4A3B-4D8D-9836-6BE0902E837E}" destId="{5637BB31-0C09-4CAF-9DB9-515B7EA0C424}" srcOrd="1" destOrd="0" presId="urn:microsoft.com/office/officeart/2005/8/layout/lProcess3"/>
    <dgm:cxn modelId="{967A8BC6-BA79-40AF-8D86-10F8EA70BA52}" type="presParOf" srcId="{F5F106CE-4A3B-4D8D-9836-6BE0902E837E}" destId="{E3731F4C-01C7-48AD-BB60-0D1243810209}" srcOrd="2" destOrd="0" presId="urn:microsoft.com/office/officeart/2005/8/layout/lProcess3"/>
    <dgm:cxn modelId="{8D4AA4F7-7656-4C86-87A2-B12196BFFA71}" type="presParOf" srcId="{F5F106CE-4A3B-4D8D-9836-6BE0902E837E}" destId="{B8F347EC-6F68-406B-8661-4A91371E124A}" srcOrd="3" destOrd="0" presId="urn:microsoft.com/office/officeart/2005/8/layout/lProcess3"/>
    <dgm:cxn modelId="{595B3A54-2404-43BD-BDC4-881C7C17C011}" type="presParOf" srcId="{F5F106CE-4A3B-4D8D-9836-6BE0902E837E}" destId="{4BE3A07C-2EE6-4294-82A1-78F37F4BEDED}" srcOrd="4" destOrd="0" presId="urn:microsoft.com/office/officeart/2005/8/layout/lProcess3"/>
    <dgm:cxn modelId="{96D204A4-CF9B-4531-9804-1E39FF8E65AB}" type="presParOf" srcId="{F5F106CE-4A3B-4D8D-9836-6BE0902E837E}" destId="{9E1330F9-675E-402F-AF40-9ABB6292A571}" srcOrd="5" destOrd="0" presId="urn:microsoft.com/office/officeart/2005/8/layout/lProcess3"/>
    <dgm:cxn modelId="{B24E2EE6-9C71-43B4-A693-0906A9DFEF87}" type="presParOf" srcId="{F5F106CE-4A3B-4D8D-9836-6BE0902E837E}" destId="{214BFC6A-2925-41BC-AEFF-074F1A6DAEAD}" srcOrd="6" destOrd="0" presId="urn:microsoft.com/office/officeart/2005/8/layout/lProcess3"/>
    <dgm:cxn modelId="{9550A551-3E5D-4C5A-BC5D-4A84E7F3A8A0}" type="presParOf" srcId="{F5F106CE-4A3B-4D8D-9836-6BE0902E837E}" destId="{BAFC0135-5976-4E16-85C1-4AA7950BADC1}" srcOrd="7" destOrd="0" presId="urn:microsoft.com/office/officeart/2005/8/layout/lProcess3"/>
    <dgm:cxn modelId="{522C9B63-BA6A-4903-B79C-B283FEEB5B48}" type="presParOf" srcId="{F5F106CE-4A3B-4D8D-9836-6BE0902E837E}" destId="{43AB3108-3084-4268-9238-FEA5C5E9440F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80897-14C8-4F6E-8CE8-B950DFA11236}">
      <dsp:nvSpPr>
        <dsp:cNvPr id="0" name=""/>
        <dsp:cNvSpPr/>
      </dsp:nvSpPr>
      <dsp:spPr>
        <a:xfrm>
          <a:off x="0" y="2464"/>
          <a:ext cx="2255763" cy="162643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Purpose: Web app for student registration and course enrollment</a:t>
          </a:r>
        </a:p>
      </dsp:txBody>
      <dsp:txXfrm>
        <a:off x="79396" y="81860"/>
        <a:ext cx="2096971" cy="1467644"/>
      </dsp:txXfrm>
    </dsp:sp>
    <dsp:sp modelId="{95260E5E-CF50-4D0E-928E-44D225DBABE9}">
      <dsp:nvSpPr>
        <dsp:cNvPr id="0" name=""/>
        <dsp:cNvSpPr/>
      </dsp:nvSpPr>
      <dsp:spPr>
        <a:xfrm rot="5400000">
          <a:off x="3610312" y="518316"/>
          <a:ext cx="1301149" cy="401024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Secure login and profile management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Reliable enrollment with waitlist support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Comprehensive audit logging</a:t>
          </a:r>
        </a:p>
      </dsp:txBody>
      <dsp:txXfrm rot="-5400000">
        <a:off x="2255764" y="1936382"/>
        <a:ext cx="3946730" cy="1174115"/>
      </dsp:txXfrm>
    </dsp:sp>
    <dsp:sp modelId="{0FB0D368-49BD-4391-A8D8-155608B1D401}">
      <dsp:nvSpPr>
        <dsp:cNvPr id="0" name=""/>
        <dsp:cNvSpPr/>
      </dsp:nvSpPr>
      <dsp:spPr>
        <a:xfrm>
          <a:off x="0" y="1710222"/>
          <a:ext cx="2255763" cy="1626436"/>
        </a:xfrm>
        <a:prstGeom prst="roundRect">
          <a:avLst/>
        </a:prstGeom>
        <a:gradFill rotWithShape="0">
          <a:gsLst>
            <a:gs pos="0">
              <a:schemeClr val="accent2">
                <a:hueOff val="-355029"/>
                <a:satOff val="-2934"/>
                <a:lumOff val="-6274"/>
                <a:alphaOff val="0"/>
                <a:tint val="96000"/>
                <a:lumMod val="104000"/>
              </a:schemeClr>
            </a:gs>
            <a:gs pos="100000">
              <a:schemeClr val="accent2">
                <a:hueOff val="-355029"/>
                <a:satOff val="-2934"/>
                <a:lumOff val="-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Goals:</a:t>
          </a:r>
        </a:p>
      </dsp:txBody>
      <dsp:txXfrm>
        <a:off x="79396" y="1789618"/>
        <a:ext cx="2096971" cy="1467644"/>
      </dsp:txXfrm>
    </dsp:sp>
    <dsp:sp modelId="{58EFA15F-D4EB-4D91-A01A-889D89611A68}">
      <dsp:nvSpPr>
        <dsp:cNvPr id="0" name=""/>
        <dsp:cNvSpPr/>
      </dsp:nvSpPr>
      <dsp:spPr>
        <a:xfrm rot="5400000">
          <a:off x="3610312" y="2226075"/>
          <a:ext cx="1301149" cy="4010247"/>
        </a:xfrm>
        <a:prstGeom prst="round2SameRect">
          <a:avLst/>
        </a:prstGeom>
        <a:solidFill>
          <a:schemeClr val="accent2">
            <a:tint val="40000"/>
            <a:alpha val="90000"/>
            <a:hueOff val="-957465"/>
            <a:satOff val="-11655"/>
            <a:lumOff val="-251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957465"/>
              <a:satOff val="-11655"/>
              <a:lumOff val="-2511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Backend: PHP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Database: MySQL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Frontend: JavaScript for profile and enrollment UI</a:t>
          </a:r>
        </a:p>
      </dsp:txBody>
      <dsp:txXfrm rot="-5400000">
        <a:off x="2255764" y="3644141"/>
        <a:ext cx="3946730" cy="1174115"/>
      </dsp:txXfrm>
    </dsp:sp>
    <dsp:sp modelId="{D6AE8C7C-D054-459D-882D-CD6D9530E0C6}">
      <dsp:nvSpPr>
        <dsp:cNvPr id="0" name=""/>
        <dsp:cNvSpPr/>
      </dsp:nvSpPr>
      <dsp:spPr>
        <a:xfrm>
          <a:off x="0" y="3417980"/>
          <a:ext cx="2255763" cy="1626436"/>
        </a:xfrm>
        <a:prstGeom prst="roundRect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Technology Stack:</a:t>
          </a:r>
        </a:p>
      </dsp:txBody>
      <dsp:txXfrm>
        <a:off x="79396" y="3497376"/>
        <a:ext cx="2096971" cy="14676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9E34C-8CB1-4A44-AD34-4F369C34BC00}">
      <dsp:nvSpPr>
        <dsp:cNvPr id="0" name=""/>
        <dsp:cNvSpPr/>
      </dsp:nvSpPr>
      <dsp:spPr>
        <a:xfrm>
          <a:off x="2469403" y="1954"/>
          <a:ext cx="993411" cy="4967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Functional Requirements:</a:t>
          </a:r>
        </a:p>
      </dsp:txBody>
      <dsp:txXfrm>
        <a:off x="2483951" y="16502"/>
        <a:ext cx="964315" cy="467609"/>
      </dsp:txXfrm>
    </dsp:sp>
    <dsp:sp modelId="{E5B11322-1629-4601-9325-0F7A30F0B946}">
      <dsp:nvSpPr>
        <dsp:cNvPr id="0" name=""/>
        <dsp:cNvSpPr/>
      </dsp:nvSpPr>
      <dsp:spPr>
        <a:xfrm>
          <a:off x="2568744" y="498660"/>
          <a:ext cx="99341" cy="372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2529"/>
              </a:lnTo>
              <a:lnTo>
                <a:pt x="99341" y="372529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2599B6-7FDE-42CB-8D05-2A811914215E}">
      <dsp:nvSpPr>
        <dsp:cNvPr id="0" name=""/>
        <dsp:cNvSpPr/>
      </dsp:nvSpPr>
      <dsp:spPr>
        <a:xfrm>
          <a:off x="2668085" y="622836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Register </a:t>
          </a:r>
        </a:p>
      </dsp:txBody>
      <dsp:txXfrm>
        <a:off x="2682633" y="637384"/>
        <a:ext cx="765633" cy="467609"/>
      </dsp:txXfrm>
    </dsp:sp>
    <dsp:sp modelId="{CAB9AFC2-A341-4386-84EE-4CDB28B1A47D}">
      <dsp:nvSpPr>
        <dsp:cNvPr id="0" name=""/>
        <dsp:cNvSpPr/>
      </dsp:nvSpPr>
      <dsp:spPr>
        <a:xfrm>
          <a:off x="2568744" y="498660"/>
          <a:ext cx="99341" cy="99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3411"/>
              </a:lnTo>
              <a:lnTo>
                <a:pt x="99341" y="99341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CB2413-F883-403C-BDAB-D1440C4CA24B}">
      <dsp:nvSpPr>
        <dsp:cNvPr id="0" name=""/>
        <dsp:cNvSpPr/>
      </dsp:nvSpPr>
      <dsp:spPr>
        <a:xfrm>
          <a:off x="2668085" y="1243719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Login </a:t>
          </a:r>
        </a:p>
      </dsp:txBody>
      <dsp:txXfrm>
        <a:off x="2682633" y="1258267"/>
        <a:ext cx="765633" cy="467609"/>
      </dsp:txXfrm>
    </dsp:sp>
    <dsp:sp modelId="{71DCFDB6-FB0F-4D32-85D6-6505DC57EB70}">
      <dsp:nvSpPr>
        <dsp:cNvPr id="0" name=""/>
        <dsp:cNvSpPr/>
      </dsp:nvSpPr>
      <dsp:spPr>
        <a:xfrm>
          <a:off x="2568744" y="498660"/>
          <a:ext cx="99341" cy="1614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4293"/>
              </a:lnTo>
              <a:lnTo>
                <a:pt x="99341" y="161429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188947-0929-4393-BA00-485671A947F1}">
      <dsp:nvSpPr>
        <dsp:cNvPr id="0" name=""/>
        <dsp:cNvSpPr/>
      </dsp:nvSpPr>
      <dsp:spPr>
        <a:xfrm>
          <a:off x="2668085" y="1864601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View profile/catalog</a:t>
          </a:r>
        </a:p>
      </dsp:txBody>
      <dsp:txXfrm>
        <a:off x="2682633" y="1879149"/>
        <a:ext cx="765633" cy="467609"/>
      </dsp:txXfrm>
    </dsp:sp>
    <dsp:sp modelId="{DA47C747-F2CC-45CE-B1C6-365A36DAC52D}">
      <dsp:nvSpPr>
        <dsp:cNvPr id="0" name=""/>
        <dsp:cNvSpPr/>
      </dsp:nvSpPr>
      <dsp:spPr>
        <a:xfrm>
          <a:off x="2568744" y="498660"/>
          <a:ext cx="99341" cy="2235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175"/>
              </a:lnTo>
              <a:lnTo>
                <a:pt x="99341" y="223517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59E5EB-84A9-42F8-9639-8D7282B0D71B}">
      <dsp:nvSpPr>
        <dsp:cNvPr id="0" name=""/>
        <dsp:cNvSpPr/>
      </dsp:nvSpPr>
      <dsp:spPr>
        <a:xfrm>
          <a:off x="2668085" y="2485483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Enroll </a:t>
          </a:r>
        </a:p>
      </dsp:txBody>
      <dsp:txXfrm>
        <a:off x="2682633" y="2500031"/>
        <a:ext cx="765633" cy="467609"/>
      </dsp:txXfrm>
    </dsp:sp>
    <dsp:sp modelId="{30191E13-0529-4212-8F33-031676450DCA}">
      <dsp:nvSpPr>
        <dsp:cNvPr id="0" name=""/>
        <dsp:cNvSpPr/>
      </dsp:nvSpPr>
      <dsp:spPr>
        <a:xfrm>
          <a:off x="2568744" y="498660"/>
          <a:ext cx="99341" cy="2856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6057"/>
              </a:lnTo>
              <a:lnTo>
                <a:pt x="99341" y="2856057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63B492-B1C9-4DF7-8845-5030D08C0996}">
      <dsp:nvSpPr>
        <dsp:cNvPr id="0" name=""/>
        <dsp:cNvSpPr/>
      </dsp:nvSpPr>
      <dsp:spPr>
        <a:xfrm>
          <a:off x="2668085" y="3106365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Cancel</a:t>
          </a:r>
        </a:p>
      </dsp:txBody>
      <dsp:txXfrm>
        <a:off x="2682633" y="3120913"/>
        <a:ext cx="765633" cy="467609"/>
      </dsp:txXfrm>
    </dsp:sp>
    <dsp:sp modelId="{C16B88B8-6B0C-4C65-BAC4-AF379E0AEE80}">
      <dsp:nvSpPr>
        <dsp:cNvPr id="0" name=""/>
        <dsp:cNvSpPr/>
      </dsp:nvSpPr>
      <dsp:spPr>
        <a:xfrm>
          <a:off x="2568744" y="498660"/>
          <a:ext cx="99341" cy="3476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6939"/>
              </a:lnTo>
              <a:lnTo>
                <a:pt x="99341" y="3476939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DFF4B2-FA81-450D-9595-D7E15774F61B}">
      <dsp:nvSpPr>
        <dsp:cNvPr id="0" name=""/>
        <dsp:cNvSpPr/>
      </dsp:nvSpPr>
      <dsp:spPr>
        <a:xfrm>
          <a:off x="2668085" y="3727247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Waitlist promotion</a:t>
          </a:r>
        </a:p>
      </dsp:txBody>
      <dsp:txXfrm>
        <a:off x="2682633" y="3741795"/>
        <a:ext cx="765633" cy="467609"/>
      </dsp:txXfrm>
    </dsp:sp>
    <dsp:sp modelId="{0D55EF81-32B0-4787-B96F-A8EFF14DEFEF}">
      <dsp:nvSpPr>
        <dsp:cNvPr id="0" name=""/>
        <dsp:cNvSpPr/>
      </dsp:nvSpPr>
      <dsp:spPr>
        <a:xfrm>
          <a:off x="3711167" y="1954"/>
          <a:ext cx="993411" cy="4967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Nonfunctional Requirements:</a:t>
          </a:r>
        </a:p>
      </dsp:txBody>
      <dsp:txXfrm>
        <a:off x="3725715" y="16502"/>
        <a:ext cx="964315" cy="467609"/>
      </dsp:txXfrm>
    </dsp:sp>
    <dsp:sp modelId="{6F849AB1-7B01-4BB1-AE4B-13A60F3D76E9}">
      <dsp:nvSpPr>
        <dsp:cNvPr id="0" name=""/>
        <dsp:cNvSpPr/>
      </dsp:nvSpPr>
      <dsp:spPr>
        <a:xfrm>
          <a:off x="3810508" y="498660"/>
          <a:ext cx="99341" cy="372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2529"/>
              </a:lnTo>
              <a:lnTo>
                <a:pt x="99341" y="372529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7B780-35E0-42CE-B068-F2546F7BCC94}">
      <dsp:nvSpPr>
        <dsp:cNvPr id="0" name=""/>
        <dsp:cNvSpPr/>
      </dsp:nvSpPr>
      <dsp:spPr>
        <a:xfrm>
          <a:off x="3909849" y="622836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Security</a:t>
          </a:r>
        </a:p>
      </dsp:txBody>
      <dsp:txXfrm>
        <a:off x="3924397" y="637384"/>
        <a:ext cx="765633" cy="467609"/>
      </dsp:txXfrm>
    </dsp:sp>
    <dsp:sp modelId="{F6C304A7-FD47-4508-9C1A-997C649A37C4}">
      <dsp:nvSpPr>
        <dsp:cNvPr id="0" name=""/>
        <dsp:cNvSpPr/>
      </dsp:nvSpPr>
      <dsp:spPr>
        <a:xfrm>
          <a:off x="3810508" y="498660"/>
          <a:ext cx="99341" cy="99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3411"/>
              </a:lnTo>
              <a:lnTo>
                <a:pt x="99341" y="99341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EDCEC-4A12-4552-AFEF-CCB5C105C9E3}">
      <dsp:nvSpPr>
        <dsp:cNvPr id="0" name=""/>
        <dsp:cNvSpPr/>
      </dsp:nvSpPr>
      <dsp:spPr>
        <a:xfrm>
          <a:off x="3909849" y="1243719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Data integrity </a:t>
          </a:r>
        </a:p>
      </dsp:txBody>
      <dsp:txXfrm>
        <a:off x="3924397" y="1258267"/>
        <a:ext cx="765633" cy="467609"/>
      </dsp:txXfrm>
    </dsp:sp>
    <dsp:sp modelId="{076F041E-61BE-4880-9A2C-754B1C133D3E}">
      <dsp:nvSpPr>
        <dsp:cNvPr id="0" name=""/>
        <dsp:cNvSpPr/>
      </dsp:nvSpPr>
      <dsp:spPr>
        <a:xfrm>
          <a:off x="3810508" y="498660"/>
          <a:ext cx="99341" cy="1614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4293"/>
              </a:lnTo>
              <a:lnTo>
                <a:pt x="99341" y="161429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8361D4-2CF5-4E58-A445-759EB86CB6A5}">
      <dsp:nvSpPr>
        <dsp:cNvPr id="0" name=""/>
        <dsp:cNvSpPr/>
      </dsp:nvSpPr>
      <dsp:spPr>
        <a:xfrm>
          <a:off x="3909849" y="1864601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Logging</a:t>
          </a:r>
        </a:p>
      </dsp:txBody>
      <dsp:txXfrm>
        <a:off x="3924397" y="1879149"/>
        <a:ext cx="765633" cy="467609"/>
      </dsp:txXfrm>
    </dsp:sp>
    <dsp:sp modelId="{3CA75D60-4C6B-4598-A844-5E8F6B6A0FFF}">
      <dsp:nvSpPr>
        <dsp:cNvPr id="0" name=""/>
        <dsp:cNvSpPr/>
      </dsp:nvSpPr>
      <dsp:spPr>
        <a:xfrm>
          <a:off x="3810508" y="498660"/>
          <a:ext cx="99341" cy="2235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5175"/>
              </a:lnTo>
              <a:lnTo>
                <a:pt x="99341" y="2235175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3C5048-6C16-498C-9B2C-BAF8B8658CA2}">
      <dsp:nvSpPr>
        <dsp:cNvPr id="0" name=""/>
        <dsp:cNvSpPr/>
      </dsp:nvSpPr>
      <dsp:spPr>
        <a:xfrm>
          <a:off x="3909849" y="2485483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Performance targets</a:t>
          </a:r>
        </a:p>
      </dsp:txBody>
      <dsp:txXfrm>
        <a:off x="3924397" y="2500031"/>
        <a:ext cx="765633" cy="467609"/>
      </dsp:txXfrm>
    </dsp:sp>
    <dsp:sp modelId="{C2228630-2E29-4C9B-A3DA-3B7DD60C4F73}">
      <dsp:nvSpPr>
        <dsp:cNvPr id="0" name=""/>
        <dsp:cNvSpPr/>
      </dsp:nvSpPr>
      <dsp:spPr>
        <a:xfrm>
          <a:off x="4952931" y="1954"/>
          <a:ext cx="993411" cy="4967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Acceptance Criteria:</a:t>
          </a:r>
        </a:p>
      </dsp:txBody>
      <dsp:txXfrm>
        <a:off x="4967479" y="16502"/>
        <a:ext cx="964315" cy="467609"/>
      </dsp:txXfrm>
    </dsp:sp>
    <dsp:sp modelId="{B3D931E7-08FF-4452-B2B0-1659AB9AD65A}">
      <dsp:nvSpPr>
        <dsp:cNvPr id="0" name=""/>
        <dsp:cNvSpPr/>
      </dsp:nvSpPr>
      <dsp:spPr>
        <a:xfrm>
          <a:off x="5052272" y="498660"/>
          <a:ext cx="99341" cy="372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2529"/>
              </a:lnTo>
              <a:lnTo>
                <a:pt x="99341" y="372529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BBF3AD-D12A-488C-9BB3-655F261F428D}">
      <dsp:nvSpPr>
        <dsp:cNvPr id="0" name=""/>
        <dsp:cNvSpPr/>
      </dsp:nvSpPr>
      <dsp:spPr>
        <a:xfrm>
          <a:off x="5151613" y="622836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Endpoints return JSON</a:t>
          </a:r>
        </a:p>
      </dsp:txBody>
      <dsp:txXfrm>
        <a:off x="5166161" y="637384"/>
        <a:ext cx="765633" cy="467609"/>
      </dsp:txXfrm>
    </dsp:sp>
    <dsp:sp modelId="{67100245-5107-4E9B-94EE-4FC8A9BEDF34}">
      <dsp:nvSpPr>
        <dsp:cNvPr id="0" name=""/>
        <dsp:cNvSpPr/>
      </dsp:nvSpPr>
      <dsp:spPr>
        <a:xfrm>
          <a:off x="5052272" y="498660"/>
          <a:ext cx="99341" cy="99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3411"/>
              </a:lnTo>
              <a:lnTo>
                <a:pt x="99341" y="99341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4F17ED-EAF8-4E05-8BD1-8AF3A3E22DD2}">
      <dsp:nvSpPr>
        <dsp:cNvPr id="0" name=""/>
        <dsp:cNvSpPr/>
      </dsp:nvSpPr>
      <dsp:spPr>
        <a:xfrm>
          <a:off x="5151613" y="1243719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Tests pass</a:t>
          </a:r>
        </a:p>
      </dsp:txBody>
      <dsp:txXfrm>
        <a:off x="5166161" y="1258267"/>
        <a:ext cx="765633" cy="467609"/>
      </dsp:txXfrm>
    </dsp:sp>
    <dsp:sp modelId="{40312CD7-D1F9-4FDB-AF84-83ABC8FB42A5}">
      <dsp:nvSpPr>
        <dsp:cNvPr id="0" name=""/>
        <dsp:cNvSpPr/>
      </dsp:nvSpPr>
      <dsp:spPr>
        <a:xfrm>
          <a:off x="5052272" y="498660"/>
          <a:ext cx="99341" cy="1614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4293"/>
              </a:lnTo>
              <a:lnTo>
                <a:pt x="99341" y="1614293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43FE63-95DF-4543-BA9C-1B9F3971EB30}">
      <dsp:nvSpPr>
        <dsp:cNvPr id="0" name=""/>
        <dsp:cNvSpPr/>
      </dsp:nvSpPr>
      <dsp:spPr>
        <a:xfrm>
          <a:off x="5151613" y="1864601"/>
          <a:ext cx="794729" cy="496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Enrollment and waitlist operations are atomic</a:t>
          </a:r>
        </a:p>
      </dsp:txBody>
      <dsp:txXfrm>
        <a:off x="5166161" y="1879149"/>
        <a:ext cx="765633" cy="4676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460DC-222D-4CB4-ADEC-FBCE6487FB2D}">
      <dsp:nvSpPr>
        <dsp:cNvPr id="0" name=""/>
        <dsp:cNvSpPr/>
      </dsp:nvSpPr>
      <dsp:spPr>
        <a:xfrm>
          <a:off x="0" y="1551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C8FACE-5AB0-4F38-B759-D634BACEC3AC}">
      <dsp:nvSpPr>
        <dsp:cNvPr id="0" name=""/>
        <dsp:cNvSpPr/>
      </dsp:nvSpPr>
      <dsp:spPr>
        <a:xfrm>
          <a:off x="0" y="1551"/>
          <a:ext cx="6266011" cy="1138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Centralized </a:t>
          </a:r>
          <a:r>
            <a:rPr lang="en-US" sz="1500" kern="1200" dirty="0" err="1"/>
            <a:t>error_handler.php</a:t>
          </a:r>
          <a:r>
            <a:rPr lang="en-US" sz="1500" kern="1200" dirty="0"/>
            <a:t> for uniform JSON error responses</a:t>
          </a:r>
        </a:p>
      </dsp:txBody>
      <dsp:txXfrm>
        <a:off x="0" y="1551"/>
        <a:ext cx="6266011" cy="1138896"/>
      </dsp:txXfrm>
    </dsp:sp>
    <dsp:sp modelId="{CA45F476-391D-4AFA-8B5C-0915A2C00EE1}">
      <dsp:nvSpPr>
        <dsp:cNvPr id="0" name=""/>
        <dsp:cNvSpPr/>
      </dsp:nvSpPr>
      <dsp:spPr>
        <a:xfrm>
          <a:off x="0" y="1140448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355029"/>
                <a:satOff val="-2934"/>
                <a:lumOff val="-6274"/>
                <a:alphaOff val="0"/>
                <a:tint val="96000"/>
                <a:lumMod val="104000"/>
              </a:schemeClr>
            </a:gs>
            <a:gs pos="100000">
              <a:schemeClr val="accent2">
                <a:hueOff val="-355029"/>
                <a:satOff val="-2934"/>
                <a:lumOff val="-6274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355029"/>
              <a:satOff val="-2934"/>
              <a:lumOff val="-6274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F21D43-281D-436E-B968-37DF17B22F69}">
      <dsp:nvSpPr>
        <dsp:cNvPr id="0" name=""/>
        <dsp:cNvSpPr/>
      </dsp:nvSpPr>
      <dsp:spPr>
        <a:xfrm>
          <a:off x="0" y="1257983"/>
          <a:ext cx="6266011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logging_handler.php</a:t>
          </a:r>
          <a:r>
            <a:rPr lang="en-US" sz="1500" kern="1200" dirty="0"/>
            <a:t> writes structured JSON logs to backend/logs/app.log</a:t>
          </a:r>
        </a:p>
      </dsp:txBody>
      <dsp:txXfrm>
        <a:off x="0" y="1257983"/>
        <a:ext cx="6266011" cy="707932"/>
      </dsp:txXfrm>
    </dsp:sp>
    <dsp:sp modelId="{C30BC79A-AC50-474C-93F9-1C64021EE37E}">
      <dsp:nvSpPr>
        <dsp:cNvPr id="0" name=""/>
        <dsp:cNvSpPr/>
      </dsp:nvSpPr>
      <dsp:spPr>
        <a:xfrm>
          <a:off x="0" y="1848380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710059"/>
              <a:satOff val="-5868"/>
              <a:lumOff val="-12549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F6A9E5-B89B-40EA-BC95-D297064B5238}">
      <dsp:nvSpPr>
        <dsp:cNvPr id="0" name=""/>
        <dsp:cNvSpPr/>
      </dsp:nvSpPr>
      <dsp:spPr>
        <a:xfrm>
          <a:off x="0" y="1848380"/>
          <a:ext cx="1253202" cy="3577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HTTP Code Mapping:</a:t>
          </a:r>
        </a:p>
      </dsp:txBody>
      <dsp:txXfrm>
        <a:off x="0" y="1848380"/>
        <a:ext cx="1253202" cy="3577948"/>
      </dsp:txXfrm>
    </dsp:sp>
    <dsp:sp modelId="{9E6262FE-133C-4582-BA5A-F21D1B3D93DD}">
      <dsp:nvSpPr>
        <dsp:cNvPr id="0" name=""/>
        <dsp:cNvSpPr/>
      </dsp:nvSpPr>
      <dsp:spPr>
        <a:xfrm>
          <a:off x="1347192" y="1913807"/>
          <a:ext cx="4918818" cy="914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400: Validation</a:t>
          </a:r>
        </a:p>
      </dsp:txBody>
      <dsp:txXfrm>
        <a:off x="1347192" y="1913807"/>
        <a:ext cx="4918818" cy="914680"/>
      </dsp:txXfrm>
    </dsp:sp>
    <dsp:sp modelId="{A942C1FB-B17F-4FC8-8C28-3D983115086E}">
      <dsp:nvSpPr>
        <dsp:cNvPr id="0" name=""/>
        <dsp:cNvSpPr/>
      </dsp:nvSpPr>
      <dsp:spPr>
        <a:xfrm>
          <a:off x="1253202" y="2828488"/>
          <a:ext cx="50128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86E73-69F3-4BD0-8DAB-D2D7EBCE98D4}">
      <dsp:nvSpPr>
        <dsp:cNvPr id="0" name=""/>
        <dsp:cNvSpPr/>
      </dsp:nvSpPr>
      <dsp:spPr>
        <a:xfrm>
          <a:off x="1347192" y="2893915"/>
          <a:ext cx="4918818" cy="802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401: Authentication</a:t>
          </a:r>
        </a:p>
      </dsp:txBody>
      <dsp:txXfrm>
        <a:off x="1347192" y="2893915"/>
        <a:ext cx="4918818" cy="802054"/>
      </dsp:txXfrm>
    </dsp:sp>
    <dsp:sp modelId="{CA24D0C1-8281-4CB4-87FB-C42E78C5D261}">
      <dsp:nvSpPr>
        <dsp:cNvPr id="0" name=""/>
        <dsp:cNvSpPr/>
      </dsp:nvSpPr>
      <dsp:spPr>
        <a:xfrm>
          <a:off x="1253202" y="3695969"/>
          <a:ext cx="50128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A3FE0-3091-49DB-A6DC-1554C33450F0}">
      <dsp:nvSpPr>
        <dsp:cNvPr id="0" name=""/>
        <dsp:cNvSpPr/>
      </dsp:nvSpPr>
      <dsp:spPr>
        <a:xfrm>
          <a:off x="1347192" y="3761396"/>
          <a:ext cx="4918818" cy="66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403: Authorization</a:t>
          </a:r>
        </a:p>
      </dsp:txBody>
      <dsp:txXfrm>
        <a:off x="1347192" y="3761396"/>
        <a:ext cx="4918818" cy="660026"/>
      </dsp:txXfrm>
    </dsp:sp>
    <dsp:sp modelId="{E5E66772-E62E-4B8A-BADA-A030012CFC25}">
      <dsp:nvSpPr>
        <dsp:cNvPr id="0" name=""/>
        <dsp:cNvSpPr/>
      </dsp:nvSpPr>
      <dsp:spPr>
        <a:xfrm>
          <a:off x="1253202" y="4421422"/>
          <a:ext cx="50128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CC43DA-7543-40AA-8E55-E32FCED7ED71}">
      <dsp:nvSpPr>
        <dsp:cNvPr id="0" name=""/>
        <dsp:cNvSpPr/>
      </dsp:nvSpPr>
      <dsp:spPr>
        <a:xfrm>
          <a:off x="1347192" y="4486849"/>
          <a:ext cx="4918818" cy="871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500: Internal error</a:t>
          </a:r>
        </a:p>
      </dsp:txBody>
      <dsp:txXfrm>
        <a:off x="1347192" y="4486849"/>
        <a:ext cx="4918818" cy="871079"/>
      </dsp:txXfrm>
    </dsp:sp>
    <dsp:sp modelId="{0475F259-7FB9-4D97-87DB-9B6733974D75}">
      <dsp:nvSpPr>
        <dsp:cNvPr id="0" name=""/>
        <dsp:cNvSpPr/>
      </dsp:nvSpPr>
      <dsp:spPr>
        <a:xfrm>
          <a:off x="1253202" y="5357929"/>
          <a:ext cx="501280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8235D-FD22-4AF4-9D86-48A7C3BEDE7F}">
      <dsp:nvSpPr>
        <dsp:cNvPr id="0" name=""/>
        <dsp:cNvSpPr/>
      </dsp:nvSpPr>
      <dsp:spPr>
        <a:xfrm>
          <a:off x="0" y="2033"/>
          <a:ext cx="6266011" cy="1030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5DAD1-3588-4275-B074-0A556678F703}">
      <dsp:nvSpPr>
        <dsp:cNvPr id="0" name=""/>
        <dsp:cNvSpPr/>
      </dsp:nvSpPr>
      <dsp:spPr>
        <a:xfrm>
          <a:off x="311764" y="233924"/>
          <a:ext cx="566845" cy="5668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CFBA4-64E1-4A2B-85EC-DA9FDEBC8C7F}">
      <dsp:nvSpPr>
        <dsp:cNvPr id="0" name=""/>
        <dsp:cNvSpPr/>
      </dsp:nvSpPr>
      <dsp:spPr>
        <a:xfrm>
          <a:off x="1190374" y="2033"/>
          <a:ext cx="5075636" cy="103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075" tIns="109075" rIns="109075" bIns="1090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tables: tblStudents, tblCourses, tblEnrollments, tblWaitlist</a:t>
          </a:r>
        </a:p>
      </dsp:txBody>
      <dsp:txXfrm>
        <a:off x="1190374" y="2033"/>
        <a:ext cx="5075636" cy="1030627"/>
      </dsp:txXfrm>
    </dsp:sp>
    <dsp:sp modelId="{FE17EDF2-8C6E-4A29-8B9C-403085DBADFF}">
      <dsp:nvSpPr>
        <dsp:cNvPr id="0" name=""/>
        <dsp:cNvSpPr/>
      </dsp:nvSpPr>
      <dsp:spPr>
        <a:xfrm>
          <a:off x="0" y="1290317"/>
          <a:ext cx="6266011" cy="1030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4DC38C-6D0F-4AF3-B94C-CEBC8D321D9C}">
      <dsp:nvSpPr>
        <dsp:cNvPr id="0" name=""/>
        <dsp:cNvSpPr/>
      </dsp:nvSpPr>
      <dsp:spPr>
        <a:xfrm>
          <a:off x="311764" y="1522208"/>
          <a:ext cx="566845" cy="5668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9348C-C25A-413E-AE01-2BEE55950197}">
      <dsp:nvSpPr>
        <dsp:cNvPr id="0" name=""/>
        <dsp:cNvSpPr/>
      </dsp:nvSpPr>
      <dsp:spPr>
        <a:xfrm>
          <a:off x="1190374" y="1290317"/>
          <a:ext cx="5075636" cy="103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075" tIns="109075" rIns="109075" bIns="1090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PII stored encrypted: *_enc columns for sensitive fields</a:t>
          </a:r>
        </a:p>
      </dsp:txBody>
      <dsp:txXfrm>
        <a:off x="1190374" y="1290317"/>
        <a:ext cx="5075636" cy="1030627"/>
      </dsp:txXfrm>
    </dsp:sp>
    <dsp:sp modelId="{08D519E5-17CD-403E-9EB0-0FEC225506E4}">
      <dsp:nvSpPr>
        <dsp:cNvPr id="0" name=""/>
        <dsp:cNvSpPr/>
      </dsp:nvSpPr>
      <dsp:spPr>
        <a:xfrm>
          <a:off x="0" y="2578601"/>
          <a:ext cx="6266011" cy="1030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30984-D60A-40CD-8EFE-1976C1E244B0}">
      <dsp:nvSpPr>
        <dsp:cNvPr id="0" name=""/>
        <dsp:cNvSpPr/>
      </dsp:nvSpPr>
      <dsp:spPr>
        <a:xfrm>
          <a:off x="311764" y="2810493"/>
          <a:ext cx="566845" cy="5668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58360-FB84-4BA5-80F6-67A4D7706318}">
      <dsp:nvSpPr>
        <dsp:cNvPr id="0" name=""/>
        <dsp:cNvSpPr/>
      </dsp:nvSpPr>
      <dsp:spPr>
        <a:xfrm>
          <a:off x="1190374" y="2578601"/>
          <a:ext cx="5075636" cy="103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075" tIns="109075" rIns="109075" bIns="1090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Indexes and unique constraints for performance and integrity</a:t>
          </a:r>
        </a:p>
      </dsp:txBody>
      <dsp:txXfrm>
        <a:off x="1190374" y="2578601"/>
        <a:ext cx="5075636" cy="1030627"/>
      </dsp:txXfrm>
    </dsp:sp>
    <dsp:sp modelId="{F269C657-150E-4D14-B650-B74050B9A49A}">
      <dsp:nvSpPr>
        <dsp:cNvPr id="0" name=""/>
        <dsp:cNvSpPr/>
      </dsp:nvSpPr>
      <dsp:spPr>
        <a:xfrm>
          <a:off x="0" y="3866886"/>
          <a:ext cx="6266011" cy="1030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5C3A8B-73AE-4B9F-A764-0F93FCF595DF}">
      <dsp:nvSpPr>
        <dsp:cNvPr id="0" name=""/>
        <dsp:cNvSpPr/>
      </dsp:nvSpPr>
      <dsp:spPr>
        <a:xfrm>
          <a:off x="311764" y="4098777"/>
          <a:ext cx="566845" cy="5668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F06BE-B81F-4A03-ABAC-15195D27060F}">
      <dsp:nvSpPr>
        <dsp:cNvPr id="0" name=""/>
        <dsp:cNvSpPr/>
      </dsp:nvSpPr>
      <dsp:spPr>
        <a:xfrm>
          <a:off x="1190374" y="3866886"/>
          <a:ext cx="5075636" cy="103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075" tIns="109075" rIns="109075" bIns="1090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Schema and seed files: backend/sql/schema.sql, backend/sql/course_inserts.sql</a:t>
          </a:r>
        </a:p>
      </dsp:txBody>
      <dsp:txXfrm>
        <a:off x="1190374" y="3866886"/>
        <a:ext cx="5075636" cy="10306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DF53F0-FAFB-49F5-8CDF-A2DBAD32654C}">
      <dsp:nvSpPr>
        <dsp:cNvPr id="0" name=""/>
        <dsp:cNvSpPr/>
      </dsp:nvSpPr>
      <dsp:spPr>
        <a:xfrm>
          <a:off x="0" y="126446"/>
          <a:ext cx="6266011" cy="790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Landing page: </a:t>
          </a:r>
        </a:p>
      </dsp:txBody>
      <dsp:txXfrm>
        <a:off x="38610" y="165056"/>
        <a:ext cx="6188791" cy="713700"/>
      </dsp:txXfrm>
    </dsp:sp>
    <dsp:sp modelId="{3077A8A2-AD30-4B49-AD2A-49A7BF6D43F4}">
      <dsp:nvSpPr>
        <dsp:cNvPr id="0" name=""/>
        <dsp:cNvSpPr/>
      </dsp:nvSpPr>
      <dsp:spPr>
        <a:xfrm>
          <a:off x="0" y="917366"/>
          <a:ext cx="6266011" cy="470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946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links and session-aware navigation</a:t>
          </a:r>
        </a:p>
      </dsp:txBody>
      <dsp:txXfrm>
        <a:off x="0" y="917366"/>
        <a:ext cx="6266011" cy="470925"/>
      </dsp:txXfrm>
    </dsp:sp>
    <dsp:sp modelId="{0C684624-CA0A-4A4F-8D34-967B8719F292}">
      <dsp:nvSpPr>
        <dsp:cNvPr id="0" name=""/>
        <dsp:cNvSpPr/>
      </dsp:nvSpPr>
      <dsp:spPr>
        <a:xfrm>
          <a:off x="0" y="1388291"/>
          <a:ext cx="6266011" cy="790920"/>
        </a:xfrm>
        <a:prstGeom prst="roundRect">
          <a:avLst/>
        </a:prstGeom>
        <a:gradFill rotWithShape="0">
          <a:gsLst>
            <a:gs pos="0">
              <a:schemeClr val="accent2">
                <a:hueOff val="-355029"/>
                <a:satOff val="-2934"/>
                <a:lumOff val="-6274"/>
                <a:alphaOff val="0"/>
                <a:tint val="96000"/>
                <a:lumMod val="104000"/>
              </a:schemeClr>
            </a:gs>
            <a:gs pos="100000">
              <a:schemeClr val="accent2">
                <a:hueOff val="-355029"/>
                <a:satOff val="-2934"/>
                <a:lumOff val="-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Login: </a:t>
          </a:r>
        </a:p>
      </dsp:txBody>
      <dsp:txXfrm>
        <a:off x="38610" y="1426901"/>
        <a:ext cx="6188791" cy="713700"/>
      </dsp:txXfrm>
    </dsp:sp>
    <dsp:sp modelId="{3BE1AF14-E9D8-460B-9969-318BBCDAFE19}">
      <dsp:nvSpPr>
        <dsp:cNvPr id="0" name=""/>
        <dsp:cNvSpPr/>
      </dsp:nvSpPr>
      <dsp:spPr>
        <a:xfrm>
          <a:off x="0" y="2179211"/>
          <a:ext cx="6266011" cy="861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946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POST to backend/api/login.php with CSRF token from csrf.php</a:t>
          </a:r>
        </a:p>
      </dsp:txBody>
      <dsp:txXfrm>
        <a:off x="0" y="2179211"/>
        <a:ext cx="6266011" cy="861120"/>
      </dsp:txXfrm>
    </dsp:sp>
    <dsp:sp modelId="{14034A0E-A8BA-461D-A804-9AF141AE7BF8}">
      <dsp:nvSpPr>
        <dsp:cNvPr id="0" name=""/>
        <dsp:cNvSpPr/>
      </dsp:nvSpPr>
      <dsp:spPr>
        <a:xfrm>
          <a:off x="0" y="3040331"/>
          <a:ext cx="6266011" cy="790920"/>
        </a:xfrm>
        <a:prstGeom prst="roundRect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Profile: </a:t>
          </a:r>
        </a:p>
      </dsp:txBody>
      <dsp:txXfrm>
        <a:off x="38610" y="3078941"/>
        <a:ext cx="6188791" cy="713700"/>
      </dsp:txXfrm>
    </dsp:sp>
    <dsp:sp modelId="{A47FF6E7-F5D2-4062-B3E2-DDAF598EA94E}">
      <dsp:nvSpPr>
        <dsp:cNvPr id="0" name=""/>
        <dsp:cNvSpPr/>
      </dsp:nvSpPr>
      <dsp:spPr>
        <a:xfrm>
          <a:off x="0" y="3831251"/>
          <a:ext cx="6266011" cy="941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946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frontend/site/profile.html + frontend/site/js/profile.js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Fetches profile_get.php and courses.php for rendering</a:t>
          </a:r>
        </a:p>
      </dsp:txBody>
      <dsp:txXfrm>
        <a:off x="0" y="3831251"/>
        <a:ext cx="6266011" cy="9418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E4F20-AF96-4A3A-A319-30CB0F8CD04F}">
      <dsp:nvSpPr>
        <dsp:cNvPr id="0" name=""/>
        <dsp:cNvSpPr/>
      </dsp:nvSpPr>
      <dsp:spPr>
        <a:xfrm>
          <a:off x="749589" y="184"/>
          <a:ext cx="2831083" cy="1132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Enroll Flow:</a:t>
          </a:r>
        </a:p>
      </dsp:txBody>
      <dsp:txXfrm>
        <a:off x="1315806" y="184"/>
        <a:ext cx="1698650" cy="1132433"/>
      </dsp:txXfrm>
    </dsp:sp>
    <dsp:sp modelId="{BB6D5B93-8499-47D2-A7A6-A26FCF9641F0}">
      <dsp:nvSpPr>
        <dsp:cNvPr id="0" name=""/>
        <dsp:cNvSpPr/>
      </dsp:nvSpPr>
      <dsp:spPr>
        <a:xfrm>
          <a:off x="3212632" y="96441"/>
          <a:ext cx="2349798" cy="93991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Check capacity </a:t>
          </a:r>
        </a:p>
      </dsp:txBody>
      <dsp:txXfrm>
        <a:off x="3682592" y="96441"/>
        <a:ext cx="1409879" cy="939919"/>
      </dsp:txXfrm>
    </dsp:sp>
    <dsp:sp modelId="{BEF099B5-0787-4941-8CD2-78420E9F63BA}">
      <dsp:nvSpPr>
        <dsp:cNvPr id="0" name=""/>
        <dsp:cNvSpPr/>
      </dsp:nvSpPr>
      <dsp:spPr>
        <a:xfrm>
          <a:off x="5233459" y="96441"/>
          <a:ext cx="2349798" cy="93991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Start transaction</a:t>
          </a:r>
        </a:p>
      </dsp:txBody>
      <dsp:txXfrm>
        <a:off x="5703419" y="96441"/>
        <a:ext cx="1409879" cy="939919"/>
      </dsp:txXfrm>
    </dsp:sp>
    <dsp:sp modelId="{E3CE879B-6D95-4611-9AE6-5B8C17ABBB21}">
      <dsp:nvSpPr>
        <dsp:cNvPr id="0" name=""/>
        <dsp:cNvSpPr/>
      </dsp:nvSpPr>
      <dsp:spPr>
        <a:xfrm>
          <a:off x="7254286" y="96441"/>
          <a:ext cx="2349798" cy="93991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 FOR UPDATE, insert into tblEnrollments or tblWaitlist, commit</a:t>
          </a:r>
        </a:p>
      </dsp:txBody>
      <dsp:txXfrm>
        <a:off x="7724246" y="96441"/>
        <a:ext cx="1409879" cy="939919"/>
      </dsp:txXfrm>
    </dsp:sp>
    <dsp:sp modelId="{4875B722-16F4-498C-B1C0-6F135D7F4F4D}">
      <dsp:nvSpPr>
        <dsp:cNvPr id="0" name=""/>
        <dsp:cNvSpPr/>
      </dsp:nvSpPr>
      <dsp:spPr>
        <a:xfrm>
          <a:off x="749589" y="1291158"/>
          <a:ext cx="2831083" cy="1132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Cancel Flow:</a:t>
          </a:r>
        </a:p>
      </dsp:txBody>
      <dsp:txXfrm>
        <a:off x="1315806" y="1291158"/>
        <a:ext cx="1698650" cy="1132433"/>
      </dsp:txXfrm>
    </dsp:sp>
    <dsp:sp modelId="{512BB954-C090-4DF0-A1D5-CE93B0F12676}">
      <dsp:nvSpPr>
        <dsp:cNvPr id="0" name=""/>
        <dsp:cNvSpPr/>
      </dsp:nvSpPr>
      <dsp:spPr>
        <a:xfrm>
          <a:off x="3212632" y="1387415"/>
          <a:ext cx="2349798" cy="93991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Delete enrollment </a:t>
          </a:r>
        </a:p>
      </dsp:txBody>
      <dsp:txXfrm>
        <a:off x="3682592" y="1387415"/>
        <a:ext cx="1409879" cy="939919"/>
      </dsp:txXfrm>
    </dsp:sp>
    <dsp:sp modelId="{5592A00A-816A-44CD-9433-9D13A04AE727}">
      <dsp:nvSpPr>
        <dsp:cNvPr id="0" name=""/>
        <dsp:cNvSpPr/>
      </dsp:nvSpPr>
      <dsp:spPr>
        <a:xfrm>
          <a:off x="5233459" y="1387415"/>
          <a:ext cx="2349798" cy="93991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Promote earliest waitlist entry in same transaction</a:t>
          </a:r>
        </a:p>
      </dsp:txBody>
      <dsp:txXfrm>
        <a:off x="5703419" y="1387415"/>
        <a:ext cx="1409879" cy="939919"/>
      </dsp:txXfrm>
    </dsp:sp>
    <dsp:sp modelId="{4FC82FD1-5567-43F7-84EC-AFA39DA6C2C9}">
      <dsp:nvSpPr>
        <dsp:cNvPr id="0" name=""/>
        <dsp:cNvSpPr/>
      </dsp:nvSpPr>
      <dsp:spPr>
        <a:xfrm>
          <a:off x="749589" y="2582132"/>
          <a:ext cx="2831083" cy="1132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15875" rIns="0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Concurrency control: </a:t>
          </a:r>
        </a:p>
      </dsp:txBody>
      <dsp:txXfrm>
        <a:off x="1315806" y="2582132"/>
        <a:ext cx="1698650" cy="1132433"/>
      </dsp:txXfrm>
    </dsp:sp>
    <dsp:sp modelId="{66419B8A-12E2-474E-B18C-87B0418DDF40}">
      <dsp:nvSpPr>
        <dsp:cNvPr id="0" name=""/>
        <dsp:cNvSpPr/>
      </dsp:nvSpPr>
      <dsp:spPr>
        <a:xfrm>
          <a:off x="3212632" y="2678389"/>
          <a:ext cx="2349798" cy="93991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Transactions and row locking</a:t>
          </a:r>
        </a:p>
      </dsp:txBody>
      <dsp:txXfrm>
        <a:off x="3682592" y="2678389"/>
        <a:ext cx="1409879" cy="9399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A1316-5F3B-4E2B-A822-22D188960EF6}">
      <dsp:nvSpPr>
        <dsp:cNvPr id="0" name=""/>
        <dsp:cNvSpPr/>
      </dsp:nvSpPr>
      <dsp:spPr>
        <a:xfrm>
          <a:off x="0" y="1830648"/>
          <a:ext cx="1444103" cy="14441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Profile fix: decrypt *_enc columns before returning JSON</a:t>
          </a:r>
        </a:p>
      </dsp:txBody>
      <dsp:txXfrm>
        <a:off x="211484" y="2042132"/>
        <a:ext cx="1021135" cy="1021135"/>
      </dsp:txXfrm>
    </dsp:sp>
    <dsp:sp modelId="{2F7EA75A-40F4-42A1-9702-C293EEDCA0AE}">
      <dsp:nvSpPr>
        <dsp:cNvPr id="0" name=""/>
        <dsp:cNvSpPr/>
      </dsp:nvSpPr>
      <dsp:spPr>
        <a:xfrm>
          <a:off x="1444104" y="1830648"/>
          <a:ext cx="1444103" cy="14441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Enrollment: atomic transaction in </a:t>
          </a:r>
          <a:r>
            <a:rPr lang="en-US" sz="1050" kern="1200" dirty="0" err="1"/>
            <a:t>enroll.php</a:t>
          </a:r>
          <a:r>
            <a:rPr lang="en-US" sz="1050" kern="1200" dirty="0"/>
            <a:t> with promotion on cancel</a:t>
          </a:r>
        </a:p>
      </dsp:txBody>
      <dsp:txXfrm>
        <a:off x="1655588" y="2042132"/>
        <a:ext cx="1021135" cy="1021135"/>
      </dsp:txXfrm>
    </dsp:sp>
    <dsp:sp modelId="{62F10D8A-7DA9-478D-83A3-915AC9B90B35}">
      <dsp:nvSpPr>
        <dsp:cNvPr id="0" name=""/>
        <dsp:cNvSpPr/>
      </dsp:nvSpPr>
      <dsp:spPr>
        <a:xfrm>
          <a:off x="2888207" y="1830648"/>
          <a:ext cx="1444103" cy="14441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Tests: PHPUnit unit and integration tests in tests/ and tests/integration/</a:t>
          </a:r>
        </a:p>
      </dsp:txBody>
      <dsp:txXfrm>
        <a:off x="3099691" y="2042132"/>
        <a:ext cx="1021135" cy="1021135"/>
      </dsp:txXfrm>
    </dsp:sp>
    <dsp:sp modelId="{2B9673F8-8B95-4E9C-8C00-4395B8094287}">
      <dsp:nvSpPr>
        <dsp:cNvPr id="0" name=""/>
        <dsp:cNvSpPr/>
      </dsp:nvSpPr>
      <dsp:spPr>
        <a:xfrm>
          <a:off x="4332311" y="1830648"/>
          <a:ext cx="1444103" cy="14441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Dev tools: tools/create_default_students.php, tools/fill_courses.php</a:t>
          </a:r>
        </a:p>
      </dsp:txBody>
      <dsp:txXfrm>
        <a:off x="4543795" y="2042132"/>
        <a:ext cx="1021135" cy="10211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8E3B96-EA29-4DDC-9B5A-8D3164B06B2E}">
      <dsp:nvSpPr>
        <dsp:cNvPr id="0" name=""/>
        <dsp:cNvSpPr/>
      </dsp:nvSpPr>
      <dsp:spPr>
        <a:xfrm>
          <a:off x="969903" y="297024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Unit tests: </a:t>
          </a:r>
        </a:p>
      </dsp:txBody>
      <dsp:txXfrm>
        <a:off x="984937" y="312058"/>
        <a:ext cx="996510" cy="483221"/>
      </dsp:txXfrm>
    </dsp:sp>
    <dsp:sp modelId="{28BA6BE1-3E2D-4729-94CB-2683BDD67564}">
      <dsp:nvSpPr>
        <dsp:cNvPr id="0" name=""/>
        <dsp:cNvSpPr/>
      </dsp:nvSpPr>
      <dsp:spPr>
        <a:xfrm rot="19457599">
          <a:off x="1948950" y="394716"/>
          <a:ext cx="505694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05694" y="1138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89155" y="393455"/>
        <a:ext cx="25284" cy="25284"/>
      </dsp:txXfrm>
    </dsp:sp>
    <dsp:sp modelId="{6F017640-CC98-426C-9E61-CAF3361BBEF9}">
      <dsp:nvSpPr>
        <dsp:cNvPr id="0" name=""/>
        <dsp:cNvSpPr/>
      </dsp:nvSpPr>
      <dsp:spPr>
        <a:xfrm>
          <a:off x="2407113" y="1882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Input validation, </a:t>
          </a:r>
        </a:p>
      </dsp:txBody>
      <dsp:txXfrm>
        <a:off x="2422147" y="16916"/>
        <a:ext cx="996510" cy="483221"/>
      </dsp:txXfrm>
    </dsp:sp>
    <dsp:sp modelId="{B3C0DF34-FBA2-462E-A460-9BCC12C5D651}">
      <dsp:nvSpPr>
        <dsp:cNvPr id="0" name=""/>
        <dsp:cNvSpPr/>
      </dsp:nvSpPr>
      <dsp:spPr>
        <a:xfrm rot="2142401">
          <a:off x="1948950" y="689857"/>
          <a:ext cx="505694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05694" y="1138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89155" y="688597"/>
        <a:ext cx="25284" cy="25284"/>
      </dsp:txXfrm>
    </dsp:sp>
    <dsp:sp modelId="{44ED07ED-1EE9-49FD-AB23-BFD4F089F03A}">
      <dsp:nvSpPr>
        <dsp:cNvPr id="0" name=""/>
        <dsp:cNvSpPr/>
      </dsp:nvSpPr>
      <dsp:spPr>
        <a:xfrm>
          <a:off x="2407113" y="592165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Decrypt helpers</a:t>
          </a:r>
        </a:p>
      </dsp:txBody>
      <dsp:txXfrm>
        <a:off x="2422147" y="607199"/>
        <a:ext cx="996510" cy="483221"/>
      </dsp:txXfrm>
    </dsp:sp>
    <dsp:sp modelId="{3AD5B445-3C83-400E-B637-697A0CDCD64C}">
      <dsp:nvSpPr>
        <dsp:cNvPr id="0" name=""/>
        <dsp:cNvSpPr/>
      </dsp:nvSpPr>
      <dsp:spPr>
        <a:xfrm>
          <a:off x="969903" y="1182448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Integration tests: </a:t>
          </a:r>
        </a:p>
      </dsp:txBody>
      <dsp:txXfrm>
        <a:off x="984937" y="1197482"/>
        <a:ext cx="996510" cy="483221"/>
      </dsp:txXfrm>
    </dsp:sp>
    <dsp:sp modelId="{9DE241F6-E839-4583-AE85-D7BF7681C56D}">
      <dsp:nvSpPr>
        <dsp:cNvPr id="0" name=""/>
        <dsp:cNvSpPr/>
      </dsp:nvSpPr>
      <dsp:spPr>
        <a:xfrm>
          <a:off x="1996482" y="1427710"/>
          <a:ext cx="410631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10631" y="1138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1532" y="1428827"/>
        <a:ext cx="20531" cy="20531"/>
      </dsp:txXfrm>
    </dsp:sp>
    <dsp:sp modelId="{E54306B1-421C-4B62-B50A-A100F9193ACF}">
      <dsp:nvSpPr>
        <dsp:cNvPr id="0" name=""/>
        <dsp:cNvSpPr/>
      </dsp:nvSpPr>
      <dsp:spPr>
        <a:xfrm>
          <a:off x="2407113" y="1182448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login + profile + enroll end-to-end</a:t>
          </a:r>
        </a:p>
      </dsp:txBody>
      <dsp:txXfrm>
        <a:off x="2422147" y="1197482"/>
        <a:ext cx="996510" cy="483221"/>
      </dsp:txXfrm>
    </dsp:sp>
    <dsp:sp modelId="{4B7111D3-289E-4EB9-A865-CB60125F8DB3}">
      <dsp:nvSpPr>
        <dsp:cNvPr id="0" name=""/>
        <dsp:cNvSpPr/>
      </dsp:nvSpPr>
      <dsp:spPr>
        <a:xfrm>
          <a:off x="969903" y="2658154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Exit criteria:</a:t>
          </a:r>
        </a:p>
      </dsp:txBody>
      <dsp:txXfrm>
        <a:off x="984937" y="2673188"/>
        <a:ext cx="996510" cy="483221"/>
      </dsp:txXfrm>
    </dsp:sp>
    <dsp:sp modelId="{8F8E115E-B581-4B39-BB7E-D1BCDCAD5FAE}">
      <dsp:nvSpPr>
        <dsp:cNvPr id="0" name=""/>
        <dsp:cNvSpPr/>
      </dsp:nvSpPr>
      <dsp:spPr>
        <a:xfrm rot="17692822">
          <a:off x="1713793" y="2460705"/>
          <a:ext cx="97600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976009" y="1138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77397" y="2447687"/>
        <a:ext cx="48800" cy="48800"/>
      </dsp:txXfrm>
    </dsp:sp>
    <dsp:sp modelId="{31FDC910-3436-415C-906D-0B7C27A911D9}">
      <dsp:nvSpPr>
        <dsp:cNvPr id="0" name=""/>
        <dsp:cNvSpPr/>
      </dsp:nvSpPr>
      <dsp:spPr>
        <a:xfrm>
          <a:off x="2407113" y="1772730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All critical tests green</a:t>
          </a:r>
        </a:p>
      </dsp:txBody>
      <dsp:txXfrm>
        <a:off x="2422147" y="1787764"/>
        <a:ext cx="996510" cy="483221"/>
      </dsp:txXfrm>
    </dsp:sp>
    <dsp:sp modelId="{9DEA63A1-AD9A-4D38-9758-870CE091A1D4}">
      <dsp:nvSpPr>
        <dsp:cNvPr id="0" name=""/>
        <dsp:cNvSpPr/>
      </dsp:nvSpPr>
      <dsp:spPr>
        <a:xfrm rot="19457599">
          <a:off x="1948950" y="2755847"/>
          <a:ext cx="505694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05694" y="1138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89155" y="2754586"/>
        <a:ext cx="25284" cy="25284"/>
      </dsp:txXfrm>
    </dsp:sp>
    <dsp:sp modelId="{6D48EB06-C667-435F-8753-43BCC5EEEB98}">
      <dsp:nvSpPr>
        <dsp:cNvPr id="0" name=""/>
        <dsp:cNvSpPr/>
      </dsp:nvSpPr>
      <dsp:spPr>
        <a:xfrm>
          <a:off x="2407113" y="2363013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Schema applied</a:t>
          </a:r>
        </a:p>
      </dsp:txBody>
      <dsp:txXfrm>
        <a:off x="2422147" y="2378047"/>
        <a:ext cx="996510" cy="483221"/>
      </dsp:txXfrm>
    </dsp:sp>
    <dsp:sp modelId="{27CD0195-F0EA-4711-A777-376C01621EAE}">
      <dsp:nvSpPr>
        <dsp:cNvPr id="0" name=""/>
        <dsp:cNvSpPr/>
      </dsp:nvSpPr>
      <dsp:spPr>
        <a:xfrm rot="2142401">
          <a:off x="1948950" y="3050988"/>
          <a:ext cx="505694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05694" y="1138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89155" y="3049727"/>
        <a:ext cx="25284" cy="25284"/>
      </dsp:txXfrm>
    </dsp:sp>
    <dsp:sp modelId="{066D57D4-4F51-4D5B-B256-3C0F0E2DF404}">
      <dsp:nvSpPr>
        <dsp:cNvPr id="0" name=""/>
        <dsp:cNvSpPr/>
      </dsp:nvSpPr>
      <dsp:spPr>
        <a:xfrm>
          <a:off x="2407113" y="2953296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Demo seed data verified</a:t>
          </a:r>
        </a:p>
      </dsp:txBody>
      <dsp:txXfrm>
        <a:off x="2422147" y="2968330"/>
        <a:ext cx="996510" cy="483221"/>
      </dsp:txXfrm>
    </dsp:sp>
    <dsp:sp modelId="{C9181A4D-D7C7-4030-9707-DD02754964F8}">
      <dsp:nvSpPr>
        <dsp:cNvPr id="0" name=""/>
        <dsp:cNvSpPr/>
      </dsp:nvSpPr>
      <dsp:spPr>
        <a:xfrm rot="3907178">
          <a:off x="1713793" y="3346129"/>
          <a:ext cx="97600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976009" y="11381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77397" y="3333111"/>
        <a:ext cx="48800" cy="48800"/>
      </dsp:txXfrm>
    </dsp:sp>
    <dsp:sp modelId="{AA772BB7-B8D7-4533-8240-7B4D77B08976}">
      <dsp:nvSpPr>
        <dsp:cNvPr id="0" name=""/>
        <dsp:cNvSpPr/>
      </dsp:nvSpPr>
      <dsp:spPr>
        <a:xfrm>
          <a:off x="2407113" y="3543578"/>
          <a:ext cx="1026578" cy="5132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CSRF/token flows pass</a:t>
          </a:r>
        </a:p>
      </dsp:txBody>
      <dsp:txXfrm>
        <a:off x="2422147" y="3558612"/>
        <a:ext cx="996510" cy="4832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40911-9149-4F84-B7A4-CB789D50BBA8}">
      <dsp:nvSpPr>
        <dsp:cNvPr id="0" name=""/>
        <dsp:cNvSpPr/>
      </dsp:nvSpPr>
      <dsp:spPr>
        <a:xfrm>
          <a:off x="761" y="998101"/>
          <a:ext cx="1521121" cy="60844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Challenges:</a:t>
          </a:r>
        </a:p>
      </dsp:txBody>
      <dsp:txXfrm>
        <a:off x="304985" y="998101"/>
        <a:ext cx="912673" cy="608448"/>
      </dsp:txXfrm>
    </dsp:sp>
    <dsp:sp modelId="{5D144AF4-05A3-43B4-8E0F-C51EAD9FA871}">
      <dsp:nvSpPr>
        <dsp:cNvPr id="0" name=""/>
        <dsp:cNvSpPr/>
      </dsp:nvSpPr>
      <dsp:spPr>
        <a:xfrm>
          <a:off x="1324137" y="1049819"/>
          <a:ext cx="1262530" cy="50501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Session/CSRF consistency</a:t>
          </a:r>
        </a:p>
      </dsp:txBody>
      <dsp:txXfrm>
        <a:off x="1576643" y="1049819"/>
        <a:ext cx="757518" cy="505012"/>
      </dsp:txXfrm>
    </dsp:sp>
    <dsp:sp modelId="{DDB5194E-EA06-4577-8555-7CEAB9F6B234}">
      <dsp:nvSpPr>
        <dsp:cNvPr id="0" name=""/>
        <dsp:cNvSpPr/>
      </dsp:nvSpPr>
      <dsp:spPr>
        <a:xfrm>
          <a:off x="2409914" y="1049819"/>
          <a:ext cx="1262530" cy="50501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Schema mismatches</a:t>
          </a:r>
        </a:p>
      </dsp:txBody>
      <dsp:txXfrm>
        <a:off x="2662420" y="1049819"/>
        <a:ext cx="757518" cy="505012"/>
      </dsp:txXfrm>
    </dsp:sp>
    <dsp:sp modelId="{9BAA6766-AD68-4E9A-A46F-21A5E0301260}">
      <dsp:nvSpPr>
        <dsp:cNvPr id="0" name=""/>
        <dsp:cNvSpPr/>
      </dsp:nvSpPr>
      <dsp:spPr>
        <a:xfrm>
          <a:off x="3495690" y="1049819"/>
          <a:ext cx="1262530" cy="50501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Concurrent enrollments</a:t>
          </a:r>
        </a:p>
      </dsp:txBody>
      <dsp:txXfrm>
        <a:off x="3748196" y="1049819"/>
        <a:ext cx="757518" cy="505012"/>
      </dsp:txXfrm>
    </dsp:sp>
    <dsp:sp modelId="{A763B165-2A62-4A8E-BD64-04F0C22BF03F}">
      <dsp:nvSpPr>
        <dsp:cNvPr id="0" name=""/>
        <dsp:cNvSpPr/>
      </dsp:nvSpPr>
      <dsp:spPr>
        <a:xfrm>
          <a:off x="761" y="1691732"/>
          <a:ext cx="1521121" cy="608448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Next Steps:</a:t>
          </a:r>
        </a:p>
      </dsp:txBody>
      <dsp:txXfrm>
        <a:off x="304985" y="1691732"/>
        <a:ext cx="912673" cy="608448"/>
      </dsp:txXfrm>
    </dsp:sp>
    <dsp:sp modelId="{E3731F4C-01C7-48AD-BB60-0D1243810209}">
      <dsp:nvSpPr>
        <dsp:cNvPr id="0" name=""/>
        <dsp:cNvSpPr/>
      </dsp:nvSpPr>
      <dsp:spPr>
        <a:xfrm>
          <a:off x="1324137" y="1743451"/>
          <a:ext cx="1262530" cy="50501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Admin UI</a:t>
          </a:r>
        </a:p>
      </dsp:txBody>
      <dsp:txXfrm>
        <a:off x="1576643" y="1743451"/>
        <a:ext cx="757518" cy="505012"/>
      </dsp:txXfrm>
    </dsp:sp>
    <dsp:sp modelId="{4BE3A07C-2EE6-4294-82A1-78F37F4BEDED}">
      <dsp:nvSpPr>
        <dsp:cNvPr id="0" name=""/>
        <dsp:cNvSpPr/>
      </dsp:nvSpPr>
      <dsp:spPr>
        <a:xfrm>
          <a:off x="2409914" y="1743451"/>
          <a:ext cx="1262530" cy="50501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Email notifications for waitlist promotion</a:t>
          </a:r>
        </a:p>
      </dsp:txBody>
      <dsp:txXfrm>
        <a:off x="2662420" y="1743451"/>
        <a:ext cx="757518" cy="505012"/>
      </dsp:txXfrm>
    </dsp:sp>
    <dsp:sp modelId="{214BFC6A-2925-41BC-AEFF-074F1A6DAEAD}">
      <dsp:nvSpPr>
        <dsp:cNvPr id="0" name=""/>
        <dsp:cNvSpPr/>
      </dsp:nvSpPr>
      <dsp:spPr>
        <a:xfrm>
          <a:off x="3495690" y="1743451"/>
          <a:ext cx="1262530" cy="50501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Additional concurrency stress tests</a:t>
          </a:r>
        </a:p>
      </dsp:txBody>
      <dsp:txXfrm>
        <a:off x="3748196" y="1743451"/>
        <a:ext cx="757518" cy="505012"/>
      </dsp:txXfrm>
    </dsp:sp>
    <dsp:sp modelId="{43AB3108-3084-4268-9238-FEA5C5E9440F}">
      <dsp:nvSpPr>
        <dsp:cNvPr id="0" name=""/>
        <dsp:cNvSpPr/>
      </dsp:nvSpPr>
      <dsp:spPr>
        <a:xfrm>
          <a:off x="4581467" y="1743451"/>
          <a:ext cx="1262530" cy="50501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890" tIns="4445" rIns="0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Harden production logging</a:t>
          </a:r>
        </a:p>
      </dsp:txBody>
      <dsp:txXfrm>
        <a:off x="4833973" y="1743451"/>
        <a:ext cx="757518" cy="505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454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8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20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3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369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95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5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43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45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06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313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4480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467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449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80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54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19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6781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41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3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5" Type="http://schemas.openxmlformats.org/officeDocument/2006/relationships/image" Target="../media/image9.svg"/><Relationship Id="rId10" Type="http://schemas.microsoft.com/office/2007/relationships/diagramDrawing" Target="../diagrams/drawing2.xml"/><Relationship Id="rId4" Type="http://schemas.openxmlformats.org/officeDocument/2006/relationships/image" Target="../media/image8.png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24.jpe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3.png"/><Relationship Id="rId9" Type="http://schemas.microsoft.com/office/2007/relationships/diagramDrawing" Target="../diagrams/drawing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25.jpeg"/><Relationship Id="rId7" Type="http://schemas.openxmlformats.org/officeDocument/2006/relationships/diagramQuickStyle" Target="../diagrams/quickStyle8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3.png"/><Relationship Id="rId9" Type="http://schemas.microsoft.com/office/2007/relationships/diagramDrawing" Target="../diagrams/drawing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9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9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9.xml"/><Relationship Id="rId5" Type="http://schemas.openxmlformats.org/officeDocument/2006/relationships/image" Target="../media/image27.svg"/><Relationship Id="rId10" Type="http://schemas.microsoft.com/office/2007/relationships/diagramDrawing" Target="../diagrams/drawing9.xml"/><Relationship Id="rId4" Type="http://schemas.openxmlformats.org/officeDocument/2006/relationships/image" Target="../media/image26.png"/><Relationship Id="rId9" Type="http://schemas.openxmlformats.org/officeDocument/2006/relationships/diagramColors" Target="../diagrams/colors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jarcce.com/wp-content/uploads/2012/03/4-shobha-bharamaoudar-WEB-BASED-STUDENT-INFORMATION.pdf" TargetMode="External"/><Relationship Id="rId2" Type="http://schemas.openxmlformats.org/officeDocument/2006/relationships/hyperlink" Target="https://www.datacamp.com/blog/integration-testing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academia.edu/7853090/A_Framework_for_Web_Based_Student_Record_Management_System_using_PHP_" TargetMode="External"/><Relationship Id="rId4" Type="http://schemas.openxmlformats.org/officeDocument/2006/relationships/hyperlink" Target="https://www.academia.edu/99055843/The_Design_and_Implementation_of_Student_Academic_Record_Management_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E862DB-FBAC-AD71-4ED7-DC6E9216464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7933" b="77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A384A6-16B1-2324-609F-D51D7B4C8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903172"/>
            <a:ext cx="9440034" cy="1828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OCES Course Enrollment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5237D-8408-DF3A-7173-511B5D33E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8579" y="2904067"/>
            <a:ext cx="9440034" cy="37253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000" dirty="0"/>
              <a:t>Final Project Presentation</a:t>
            </a: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5D865-E5E8-A0A1-3749-F9857A2AEACD}"/>
              </a:ext>
            </a:extLst>
          </p:cNvPr>
          <p:cNvSpPr txBox="1"/>
          <p:nvPr/>
        </p:nvSpPr>
        <p:spPr>
          <a:xfrm>
            <a:off x="2998313" y="3699162"/>
            <a:ext cx="6195373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dirty="0"/>
              <a:t>Phillip Achemire</a:t>
            </a:r>
          </a:p>
          <a:p>
            <a:pPr algn="ctr">
              <a:spcAft>
                <a:spcPts val="600"/>
              </a:spcAft>
            </a:pPr>
            <a:r>
              <a:rPr lang="en-US" dirty="0"/>
              <a:t>University of Arizona Global Campus</a:t>
            </a:r>
          </a:p>
          <a:p>
            <a:pPr algn="ctr">
              <a:spcAft>
                <a:spcPts val="600"/>
              </a:spcAft>
            </a:pPr>
            <a:r>
              <a:rPr lang="en-US" dirty="0"/>
              <a:t>Capstone for Computer Software Technology (CST499)</a:t>
            </a:r>
          </a:p>
          <a:p>
            <a:pPr algn="ctr">
              <a:spcAft>
                <a:spcPts val="600"/>
              </a:spcAft>
            </a:pPr>
            <a:r>
              <a:rPr lang="en-US" dirty="0" err="1"/>
              <a:t>Charmelia</a:t>
            </a:r>
            <a:r>
              <a:rPr lang="en-US" dirty="0"/>
              <a:t> Butler</a:t>
            </a:r>
          </a:p>
          <a:p>
            <a:pPr algn="ctr">
              <a:spcAft>
                <a:spcPts val="600"/>
              </a:spcAft>
            </a:pPr>
            <a:r>
              <a:rPr lang="en-US" dirty="0"/>
              <a:t>12/8/2025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9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743" y="609599"/>
            <a:ext cx="3413156" cy="5273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Project Overview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0F791B6-DAAD-8265-0C9F-A184AEB97D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1790288"/>
              </p:ext>
            </p:extLst>
          </p:nvPr>
        </p:nvGraphicFramePr>
        <p:xfrm>
          <a:off x="5282521" y="709683"/>
          <a:ext cx="6266011" cy="5046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F768974-1E72-D3C2-554C-E5947FEE3CE3}"/>
              </a:ext>
            </a:extLst>
          </p:cNvPr>
          <p:cNvSpPr txBox="1"/>
          <p:nvPr/>
        </p:nvSpPr>
        <p:spPr>
          <a:xfrm>
            <a:off x="8063346" y="5756564"/>
            <a:ext cx="3165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Sources: </a:t>
            </a:r>
          </a:p>
          <a:p>
            <a:r>
              <a:rPr lang="en-US" dirty="0"/>
              <a:t>(</a:t>
            </a:r>
            <a:r>
              <a:rPr lang="en-US" dirty="0" err="1"/>
              <a:t>Bharamagoudar</a:t>
            </a:r>
            <a:r>
              <a:rPr lang="en-US" dirty="0"/>
              <a:t> et al., 2013) </a:t>
            </a:r>
          </a:p>
          <a:p>
            <a:r>
              <a:rPr lang="en-US" dirty="0"/>
              <a:t>(Walia &amp; Gill, 2014)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1E3E68-B79D-4D0B-9917-2CDE4CDF5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79472" y="609598"/>
            <a:ext cx="5844759" cy="1598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4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rPr>
              <a:t>Software Requirements Specification Highlights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8" name="Graphic 7" descr="Laptop Secure">
            <a:extLst>
              <a:ext uri="{FF2B5EF4-FFF2-40B4-BE49-F238E27FC236}">
                <a16:creationId xmlns:a16="http://schemas.microsoft.com/office/drawing/2014/main" id="{7E7FF3CA-9AEC-7027-A53F-EBAD69E96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15" y="1193554"/>
            <a:ext cx="4003193" cy="4003193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F821F8F-023A-A55F-23E1-E1FF391F8B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0344985"/>
              </p:ext>
            </p:extLst>
          </p:nvPr>
        </p:nvGraphicFramePr>
        <p:xfrm>
          <a:off x="3786904" y="2292655"/>
          <a:ext cx="8415746" cy="4225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3AD7DB0-BBAF-5D2A-C002-DE9ED6346EAA}"/>
              </a:ext>
            </a:extLst>
          </p:cNvPr>
          <p:cNvSpPr txBox="1"/>
          <p:nvPr/>
        </p:nvSpPr>
        <p:spPr>
          <a:xfrm>
            <a:off x="8410388" y="5679750"/>
            <a:ext cx="3289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Sources: </a:t>
            </a:r>
          </a:p>
          <a:p>
            <a:r>
              <a:rPr lang="en-US" dirty="0"/>
              <a:t>(</a:t>
            </a:r>
            <a:r>
              <a:rPr lang="en-US" dirty="0" err="1"/>
              <a:t>Bharamagoudar</a:t>
            </a:r>
            <a:r>
              <a:rPr lang="en-US" dirty="0"/>
              <a:t> et al., 2013) </a:t>
            </a:r>
          </a:p>
          <a:p>
            <a:r>
              <a:rPr lang="en-US" dirty="0"/>
              <a:t>(Kaluarachchi,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743" y="609599"/>
            <a:ext cx="3413156" cy="5273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Error Handling and Logging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3221CA2-5D71-3334-8914-603C0E41BD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6146701"/>
              </p:ext>
            </p:extLst>
          </p:nvPr>
        </p:nvGraphicFramePr>
        <p:xfrm>
          <a:off x="5282521" y="709683"/>
          <a:ext cx="6266011" cy="5427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7BDCF6-3102-E98E-3889-ABC03C1A2576}"/>
              </a:ext>
            </a:extLst>
          </p:cNvPr>
          <p:cNvSpPr txBox="1"/>
          <p:nvPr/>
        </p:nvSpPr>
        <p:spPr>
          <a:xfrm>
            <a:off x="5568417" y="6128450"/>
            <a:ext cx="569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Sources: (Walia &amp; Gill, 2014; </a:t>
            </a:r>
            <a:r>
              <a:rPr lang="en-US" dirty="0" err="1"/>
              <a:t>Eludire</a:t>
            </a:r>
            <a:r>
              <a:rPr lang="en-US" dirty="0"/>
              <a:t> &amp; </a:t>
            </a:r>
            <a:r>
              <a:rPr lang="en-US" dirty="0" err="1"/>
              <a:t>Arakeji</a:t>
            </a:r>
            <a:r>
              <a:rPr lang="en-US" dirty="0"/>
              <a:t>, 2011)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0693" y="4511814"/>
            <a:ext cx="9440034" cy="1130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8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UML and Architecture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4C0182-96E7-4A1B-8EAB-F910C2F3E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547807"/>
            <a:ext cx="10905066" cy="3816806"/>
          </a:xfrm>
          <a:prstGeom prst="rect">
            <a:avLst/>
          </a:prstGeom>
        </p:spPr>
      </p:pic>
      <p:pic>
        <p:nvPicPr>
          <p:cNvPr id="6" name="Graphic 1">
            <a:extLst>
              <a:ext uri="{FF2B5EF4-FFF2-40B4-BE49-F238E27FC236}">
                <a16:creationId xmlns:a16="http://schemas.microsoft.com/office/drawing/2014/main" id="{4BC73AD5-78CF-1F3F-6850-D3E07ECA4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762" y="1603013"/>
            <a:ext cx="3348470" cy="1691517"/>
          </a:xfrm>
          <a:prstGeom prst="rect">
            <a:avLst/>
          </a:prstGeom>
        </p:spPr>
      </p:pic>
      <p:pic>
        <p:nvPicPr>
          <p:cNvPr id="7" name="Graphic 1">
            <a:extLst>
              <a:ext uri="{FF2B5EF4-FFF2-40B4-BE49-F238E27FC236}">
                <a16:creationId xmlns:a16="http://schemas.microsoft.com/office/drawing/2014/main" id="{B0854CE7-1B38-4558-25A8-3F74C8925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8622" y="1509615"/>
            <a:ext cx="3328040" cy="1900869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AA4BBEBB-2CDD-8E26-EE51-E9357B458D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19086" y="1785756"/>
            <a:ext cx="3348470" cy="13260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E6F06-F2F0-D6A7-CAD4-D414C1C436CA}"/>
              </a:ext>
            </a:extLst>
          </p:cNvPr>
          <p:cNvSpPr txBox="1"/>
          <p:nvPr/>
        </p:nvSpPr>
        <p:spPr>
          <a:xfrm>
            <a:off x="5432632" y="789683"/>
            <a:ext cx="1691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Enrollment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B17975-A16B-0B44-2564-24728C45D927}"/>
              </a:ext>
            </a:extLst>
          </p:cNvPr>
          <p:cNvSpPr txBox="1"/>
          <p:nvPr/>
        </p:nvSpPr>
        <p:spPr>
          <a:xfrm>
            <a:off x="9119087" y="1003936"/>
            <a:ext cx="169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Case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7B579-1436-DFA2-DC07-4E0A18C46ED8}"/>
              </a:ext>
            </a:extLst>
          </p:cNvPr>
          <p:cNvSpPr txBox="1"/>
          <p:nvPr/>
        </p:nvSpPr>
        <p:spPr>
          <a:xfrm>
            <a:off x="1746177" y="975415"/>
            <a:ext cx="169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743" y="609599"/>
            <a:ext cx="3413156" cy="5273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Database and Schema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2A589444-FF32-50A2-18F3-D1CF423425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5559010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77F774-7454-BDB0-4799-D7DA5BDFF42A}"/>
              </a:ext>
            </a:extLst>
          </p:cNvPr>
          <p:cNvSpPr txBox="1"/>
          <p:nvPr/>
        </p:nvSpPr>
        <p:spPr>
          <a:xfrm>
            <a:off x="5756565" y="5883274"/>
            <a:ext cx="568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Sources: </a:t>
            </a:r>
            <a:r>
              <a:rPr lang="it-IT" dirty="0"/>
              <a:t>(Eludire &amp; Arakeji, 2011; Walia &amp; Gill, 2014)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743" y="609599"/>
            <a:ext cx="3413156" cy="5273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Landing, Login and Profile UI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795668A-4722-57B8-B053-3C63BB334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5958806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3795" y="609600"/>
            <a:ext cx="10353762" cy="1257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Enrollment and Waitlist Logic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CDA29A7-061C-96E4-3491-EA2F2C4E21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720628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247BA8-265F-2B3B-13CA-7F300442819E}"/>
              </a:ext>
            </a:extLst>
          </p:cNvPr>
          <p:cNvSpPr txBox="1"/>
          <p:nvPr/>
        </p:nvSpPr>
        <p:spPr>
          <a:xfrm>
            <a:off x="7405255" y="5541818"/>
            <a:ext cx="3519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</a:t>
            </a:r>
          </a:p>
          <a:p>
            <a:r>
              <a:rPr lang="en-US" dirty="0"/>
              <a:t>(</a:t>
            </a:r>
            <a:r>
              <a:rPr lang="en-US" dirty="0" err="1"/>
              <a:t>Bharamagoudar</a:t>
            </a:r>
            <a:r>
              <a:rPr lang="en-US" dirty="0"/>
              <a:t> et al., 2013)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7C0086C6-AE50-C23E-6DBD-B758DC4580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" r="40219" b="-1"/>
          <a:stretch>
            <a:fillRect/>
          </a:stretch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00493" y="609600"/>
            <a:ext cx="4538124" cy="970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Code Highlights and Tests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BEA9B88-62DD-D602-E24B-152CE787E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898286"/>
              </p:ext>
            </p:extLst>
          </p:nvPr>
        </p:nvGraphicFramePr>
        <p:xfrm>
          <a:off x="6257025" y="876300"/>
          <a:ext cx="577641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B68D5-4B0F-9763-209E-8BDD6DC629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31" r="42469"/>
          <a:stretch>
            <a:fillRect/>
          </a:stretch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00493" y="609600"/>
            <a:ext cx="4538124" cy="970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</a:rPr>
              <a:t>Testing, Validation and Exit Criteria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E98EB2B-7C20-243C-812E-C0EB628EC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518711"/>
              </p:ext>
            </p:extLst>
          </p:nvPr>
        </p:nvGraphicFramePr>
        <p:xfrm>
          <a:off x="6900493" y="1732449"/>
          <a:ext cx="4403596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485D6E3-4F6F-9751-9A62-A781F25A9709}"/>
              </a:ext>
            </a:extLst>
          </p:cNvPr>
          <p:cNvSpPr txBox="1"/>
          <p:nvPr/>
        </p:nvSpPr>
        <p:spPr>
          <a:xfrm>
            <a:off x="7994921" y="6001434"/>
            <a:ext cx="2459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</a:t>
            </a:r>
          </a:p>
          <a:p>
            <a:r>
              <a:rPr lang="en-US" dirty="0"/>
              <a:t>(Kaluarachchi, 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E3E68-B79D-4D0B-9917-2CDE4CDF5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79472" y="609598"/>
            <a:ext cx="5844759" cy="1598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rPr>
              <a:t>Lessons Learned and Next Steps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61086E25-09EE-CBDB-733C-189EB0606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669" y="1214336"/>
            <a:ext cx="4003193" cy="4003193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78A57F4-1F1A-C9E6-E48C-35C858D053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248603"/>
              </p:ext>
            </p:extLst>
          </p:nvPr>
        </p:nvGraphicFramePr>
        <p:xfrm>
          <a:off x="5279472" y="2396565"/>
          <a:ext cx="5844760" cy="3298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E506-7905-4822-C085-A7D93B486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425650"/>
            <a:ext cx="9440034" cy="710424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92759-116E-1B85-4837-B3BB189DF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551708"/>
            <a:ext cx="9440034" cy="5209309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lnSpc>
                <a:spcPct val="120000"/>
              </a:lnSpc>
            </a:pPr>
            <a:r>
              <a:rPr lang="en-US" dirty="0">
                <a:effectLst/>
              </a:rPr>
              <a:t>Kaluarachchi, D. (2025, June 17). </a:t>
            </a:r>
            <a:r>
              <a:rPr lang="en-US" i="1" dirty="0">
                <a:effectLst/>
              </a:rPr>
              <a:t>Integration Testing: A Complete Guide for Data Practitioners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Datacamp.Com</a:t>
            </a:r>
            <a:r>
              <a:rPr lang="en-US" dirty="0">
                <a:effectLst/>
              </a:rPr>
              <a:t>. </a:t>
            </a:r>
            <a:r>
              <a:rPr lang="en-US" u="sng" dirty="0">
                <a:effectLst/>
                <a:hlinkClick r:id="rId2"/>
              </a:rPr>
              <a:t>https://www.datacamp.com/blog/integration-testing</a:t>
            </a:r>
            <a:endParaRPr lang="en-US" u="sng" dirty="0">
              <a:effectLst/>
            </a:endParaRPr>
          </a:p>
          <a:p>
            <a:pPr marL="457200" indent="-457200" algn="l">
              <a:lnSpc>
                <a:spcPct val="120000"/>
              </a:lnSpc>
            </a:pPr>
            <a:r>
              <a:rPr lang="en-US" dirty="0" err="1">
                <a:effectLst/>
              </a:rPr>
              <a:t>Bharamagoudar</a:t>
            </a:r>
            <a:r>
              <a:rPr lang="en-US" dirty="0">
                <a:effectLst/>
              </a:rPr>
              <a:t>, S. R., Geeta, R., &amp; </a:t>
            </a:r>
            <a:r>
              <a:rPr lang="en-US" dirty="0" err="1">
                <a:effectLst/>
              </a:rPr>
              <a:t>Totad</a:t>
            </a:r>
            <a:r>
              <a:rPr lang="en-US" dirty="0">
                <a:effectLst/>
              </a:rPr>
              <a:t>, S. G. (2013). </a:t>
            </a:r>
            <a:r>
              <a:rPr lang="en-US" i="1" dirty="0">
                <a:effectLst/>
              </a:rPr>
              <a:t>Web-Based Student Information Management System</a:t>
            </a:r>
            <a:r>
              <a:rPr lang="en-US" dirty="0">
                <a:effectLst/>
              </a:rPr>
              <a:t>. </a:t>
            </a:r>
            <a:r>
              <a:rPr lang="en-US" u="sng" dirty="0">
                <a:effectLst/>
                <a:hlinkClick r:id="rId3"/>
              </a:rPr>
              <a:t>https://ijarcce.com/wp-content/uploads/2012/03/4-shobha-bharamaoudar-WEB-BASED-STUDENT-INFORMATION.pdf</a:t>
            </a:r>
            <a:r>
              <a:rPr lang="en-US" dirty="0">
                <a:effectLst/>
              </a:rPr>
              <a:t> </a:t>
            </a:r>
          </a:p>
          <a:p>
            <a:pPr marL="457200" indent="-457200" algn="l">
              <a:lnSpc>
                <a:spcPct val="120000"/>
              </a:lnSpc>
            </a:pPr>
            <a:r>
              <a:rPr lang="en-US" dirty="0" err="1">
                <a:effectLst/>
              </a:rPr>
              <a:t>Eludire</a:t>
            </a:r>
            <a:r>
              <a:rPr lang="en-US" dirty="0">
                <a:effectLst/>
              </a:rPr>
              <a:t>, A., &amp; </a:t>
            </a:r>
            <a:r>
              <a:rPr lang="en-US" dirty="0" err="1">
                <a:effectLst/>
              </a:rPr>
              <a:t>Arakeji</a:t>
            </a:r>
            <a:r>
              <a:rPr lang="en-US" dirty="0">
                <a:effectLst/>
              </a:rPr>
              <a:t>, I. (2011). </a:t>
            </a:r>
            <a:r>
              <a:rPr lang="en-US" i="1" dirty="0">
                <a:effectLst/>
              </a:rPr>
              <a:t>The design and implementation of a student academic record management system</a:t>
            </a:r>
            <a:r>
              <a:rPr lang="en-US" dirty="0">
                <a:effectLst/>
              </a:rPr>
              <a:t>. </a:t>
            </a:r>
            <a:r>
              <a:rPr lang="en-US" u="sng" dirty="0">
                <a:effectLst/>
                <a:hlinkClick r:id="rId4"/>
              </a:rPr>
              <a:t>https://www.academia.edu/99055843/The_Design_and_Implementation_of_Student_Academic_Record_Management_System</a:t>
            </a:r>
            <a:r>
              <a:rPr lang="en-US" dirty="0">
                <a:effectLst/>
              </a:rPr>
              <a:t> </a:t>
            </a:r>
          </a:p>
          <a:p>
            <a:pPr marL="457200" indent="-457200" algn="l">
              <a:lnSpc>
                <a:spcPct val="120000"/>
              </a:lnSpc>
            </a:pPr>
            <a:r>
              <a:rPr lang="en-US" dirty="0">
                <a:effectLst/>
              </a:rPr>
              <a:t>Walia, S., &amp; Gill, S. K. (2014). </a:t>
            </a:r>
            <a:r>
              <a:rPr lang="en-US" i="1" dirty="0">
                <a:effectLst/>
              </a:rPr>
              <a:t>A Framework for Web-Based Student Record Management System using PHP</a:t>
            </a:r>
            <a:r>
              <a:rPr lang="en-US" dirty="0">
                <a:effectLst/>
              </a:rPr>
              <a:t>. </a:t>
            </a:r>
            <a:r>
              <a:rPr lang="en-US" i="1" dirty="0">
                <a:effectLst/>
              </a:rPr>
              <a:t>IJCSMC</a:t>
            </a:r>
            <a:r>
              <a:rPr lang="en-US" dirty="0">
                <a:effectLst/>
              </a:rPr>
              <a:t>, </a:t>
            </a:r>
            <a:r>
              <a:rPr lang="en-US" i="1" dirty="0">
                <a:effectLst/>
              </a:rPr>
              <a:t>3</a:t>
            </a:r>
            <a:r>
              <a:rPr lang="en-US" dirty="0">
                <a:effectLst/>
              </a:rPr>
              <a:t>(8), 9. </a:t>
            </a:r>
            <a:r>
              <a:rPr lang="en-US" u="sng" dirty="0">
                <a:effectLst/>
                <a:hlinkClick r:id="rId5"/>
              </a:rPr>
              <a:t>https://www.academia.edu/7853090/A_Framework_for_Web_Based_Student_Record_Management_System_using_PHP_</a:t>
            </a:r>
            <a:r>
              <a:rPr lang="en-US" dirty="0">
                <a:effectLst/>
              </a:rPr>
              <a:t> </a:t>
            </a:r>
          </a:p>
          <a:p>
            <a:r>
              <a:rPr lang="en-US" dirty="0">
                <a:effectLst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4225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Georgia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Dubai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725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Dubai</vt:lpstr>
      <vt:lpstr>Georgia Pro</vt:lpstr>
      <vt:lpstr>Wingdings 2</vt:lpstr>
      <vt:lpstr>SlateVTI</vt:lpstr>
      <vt:lpstr>OCES Course Enrollment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Achemire</dc:creator>
  <cp:lastModifiedBy>Phillip Achemire</cp:lastModifiedBy>
  <cp:revision>3</cp:revision>
  <dcterms:created xsi:type="dcterms:W3CDTF">2025-12-07T04:15:58Z</dcterms:created>
  <dcterms:modified xsi:type="dcterms:W3CDTF">2025-12-09T02:45:14Z</dcterms:modified>
</cp:coreProperties>
</file>